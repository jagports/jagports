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9" r:id="rId3"/>
    <p:sldId id="256" r:id="rId4"/>
    <p:sldId id="257" r:id="rId5"/>
    <p:sldId id="258" r:id="rId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F9EE7E-8F40-43E2-BB4D-50812324D88A}" v="5" dt="2026-09-14T05:49:58.183"/>
    <p1510:client id="{4DECE69C-0D69-4376-B837-DA0BA91C450E}" v="5" dt="2026-09-14T03:14:25.393"/>
    <p1510:client id="{C50B5A6B-7C2A-453A-A603-CAE8B696E475}" v="3" dt="2026-09-14T05:54:42.4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i Lind" userId="8de46aee-b41d-491b-a3c8-daf1b5776a2e" providerId="ADAL" clId="{DA4176E6-4A74-4541-B8FC-EC14009AAF7D}"/>
    <pc:docChg chg="undo custSel addSld modSld sldOrd">
      <pc:chgData name="Tomi Lind" userId="8de46aee-b41d-491b-a3c8-daf1b5776a2e" providerId="ADAL" clId="{DA4176E6-4A74-4541-B8FC-EC14009AAF7D}" dt="2026-09-14T05:55:12.003" v="1822" actId="1076"/>
      <pc:docMkLst>
        <pc:docMk/>
      </pc:docMkLst>
      <pc:sldChg chg="addSp delSp modSp new mod">
        <pc:chgData name="Tomi Lind" userId="8de46aee-b41d-491b-a3c8-daf1b5776a2e" providerId="ADAL" clId="{DA4176E6-4A74-4541-B8FC-EC14009AAF7D}" dt="2026-09-04T01:10:29.981" v="339" actId="1076"/>
        <pc:sldMkLst>
          <pc:docMk/>
          <pc:sldMk cId="3629894088" sldId="256"/>
        </pc:sldMkLst>
        <pc:spChg chg="add mod">
          <ac:chgData name="Tomi Lind" userId="8de46aee-b41d-491b-a3c8-daf1b5776a2e" providerId="ADAL" clId="{DA4176E6-4A74-4541-B8FC-EC14009AAF7D}" dt="2026-09-04T01:08:25.974" v="303" actId="1076"/>
          <ac:spMkLst>
            <pc:docMk/>
            <pc:sldMk cId="3629894088" sldId="256"/>
            <ac:spMk id="21" creationId="{AD9849FD-388C-9D95-EE93-4992E36D7939}"/>
          </ac:spMkLst>
        </pc:spChg>
        <pc:spChg chg="add mod">
          <ac:chgData name="Tomi Lind" userId="8de46aee-b41d-491b-a3c8-daf1b5776a2e" providerId="ADAL" clId="{DA4176E6-4A74-4541-B8FC-EC14009AAF7D}" dt="2026-09-04T01:00:12.638" v="203" actId="164"/>
          <ac:spMkLst>
            <pc:docMk/>
            <pc:sldMk cId="3629894088" sldId="256"/>
            <ac:spMk id="26" creationId="{36C2719A-18CE-2059-A009-58103DF2700C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2" creationId="{144E7EEB-1421-A908-FF76-23A676C9B8D2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4" creationId="{A482825D-4A3D-0B8B-BC09-F194AD4075B6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6" creationId="{80D01BC5-85DA-6A34-1A03-7E6A5F52696C}"/>
          </ac:spMkLst>
        </pc:spChg>
        <pc:grpChg chg="add mod">
          <ac:chgData name="Tomi Lind" userId="8de46aee-b41d-491b-a3c8-daf1b5776a2e" providerId="ADAL" clId="{DA4176E6-4A74-4541-B8FC-EC14009AAF7D}" dt="2026-09-04T01:06:46.746" v="278" actId="164"/>
          <ac:grpSpMkLst>
            <pc:docMk/>
            <pc:sldMk cId="3629894088" sldId="256"/>
            <ac:grpSpMk id="35" creationId="{64F173F8-0BDF-4EF9-A396-1EC172C3441A}"/>
          </ac:grpSpMkLst>
        </pc:grpChg>
        <pc:grpChg chg="add mod">
          <ac:chgData name="Tomi Lind" userId="8de46aee-b41d-491b-a3c8-daf1b5776a2e" providerId="ADAL" clId="{DA4176E6-4A74-4541-B8FC-EC14009AAF7D}" dt="2026-09-04T01:10:29.981" v="339" actId="1076"/>
          <ac:grpSpMkLst>
            <pc:docMk/>
            <pc:sldMk cId="3629894088" sldId="256"/>
            <ac:grpSpMk id="47" creationId="{F061092C-AB6C-6C43-0A5E-21E6DD2BC8B6}"/>
          </ac:grpSpMkLst>
        </pc:grpChg>
        <pc:picChg chg="add mod modCrop">
          <ac:chgData name="Tomi Lind" userId="8de46aee-b41d-491b-a3c8-daf1b5776a2e" providerId="ADAL" clId="{DA4176E6-4A74-4541-B8FC-EC14009AAF7D}" dt="2026-09-04T01:05:09.981" v="260" actId="732"/>
          <ac:picMkLst>
            <pc:docMk/>
            <pc:sldMk cId="3629894088" sldId="256"/>
            <ac:picMk id="7" creationId="{2D5E44A3-82CB-67C5-4137-A3576E9E81DE}"/>
          </ac:picMkLst>
        </pc:picChg>
        <pc:picChg chg="add mod modCrop">
          <ac:chgData name="Tomi Lind" userId="8de46aee-b41d-491b-a3c8-daf1b5776a2e" providerId="ADAL" clId="{DA4176E6-4A74-4541-B8FC-EC14009AAF7D}" dt="2026-09-04T01:10:03.152" v="330" actId="1076"/>
          <ac:picMkLst>
            <pc:docMk/>
            <pc:sldMk cId="3629894088" sldId="256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04T01:09:38.496" v="321" actId="1076"/>
          <ac:picMkLst>
            <pc:docMk/>
            <pc:sldMk cId="3629894088" sldId="256"/>
            <ac:picMk id="15" creationId="{9BD7EE9F-93A4-171B-B0BC-6143C23324AE}"/>
          </ac:picMkLst>
        </pc:picChg>
        <pc:picChg chg="add mod">
          <ac:chgData name="Tomi Lind" userId="8de46aee-b41d-491b-a3c8-daf1b5776a2e" providerId="ADAL" clId="{DA4176E6-4A74-4541-B8FC-EC14009AAF7D}" dt="2026-09-04T01:10:19.793" v="334" actId="1076"/>
          <ac:picMkLst>
            <pc:docMk/>
            <pc:sldMk cId="3629894088" sldId="256"/>
            <ac:picMk id="32" creationId="{C5A30AB2-A780-3DD0-CD13-995A1653E154}"/>
          </ac:picMkLst>
        </pc:picChg>
        <pc:picChg chg="add mod">
          <ac:chgData name="Tomi Lind" userId="8de46aee-b41d-491b-a3c8-daf1b5776a2e" providerId="ADAL" clId="{DA4176E6-4A74-4541-B8FC-EC14009AAF7D}" dt="2026-09-04T01:10:16.729" v="333" actId="1076"/>
          <ac:picMkLst>
            <pc:docMk/>
            <pc:sldMk cId="3629894088" sldId="256"/>
            <ac:picMk id="34" creationId="{1F5037B9-6B59-85AA-D13C-3367BB9D392E}"/>
          </ac:picMkLst>
        </pc:picChg>
        <pc:picChg chg="add mod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7" creationId="{7108D194-AB9C-51D4-60E9-2E9694FD54BD}"/>
          </ac:picMkLst>
        </pc:picChg>
        <pc:picChg chg="mod topLvl modCrop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9" creationId="{B4E3206D-6FA0-CA3F-C4E7-E408944DFADC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17:36.293" v="532" actId="20577"/>
        <pc:sldMkLst>
          <pc:docMk/>
          <pc:sldMk cId="4210487034" sldId="257"/>
        </pc:sldMkLst>
        <pc:spChg chg="add mod">
          <ac:chgData name="Tomi Lind" userId="8de46aee-b41d-491b-a3c8-daf1b5776a2e" providerId="ADAL" clId="{DA4176E6-4A74-4541-B8FC-EC14009AAF7D}" dt="2026-09-04T01:14:09.184" v="460" actId="207"/>
          <ac:spMkLst>
            <pc:docMk/>
            <pc:sldMk cId="4210487034" sldId="257"/>
            <ac:spMk id="3" creationId="{F96AA6E5-DAC2-65C0-244F-D0DF7498DFC6}"/>
          </ac:spMkLst>
        </pc:spChg>
        <pc:spChg chg="add mod">
          <ac:chgData name="Tomi Lind" userId="8de46aee-b41d-491b-a3c8-daf1b5776a2e" providerId="ADAL" clId="{DA4176E6-4A74-4541-B8FC-EC14009AAF7D}" dt="2026-09-04T01:12:21.418" v="414" actId="207"/>
          <ac:spMkLst>
            <pc:docMk/>
            <pc:sldMk cId="4210487034" sldId="257"/>
            <ac:spMk id="5" creationId="{CBF38344-ABA0-77EF-FB7A-5A9FD3843276}"/>
          </ac:spMkLst>
        </pc:spChg>
        <pc:spChg chg="add mod">
          <ac:chgData name="Tomi Lind" userId="8de46aee-b41d-491b-a3c8-daf1b5776a2e" providerId="ADAL" clId="{DA4176E6-4A74-4541-B8FC-EC14009AAF7D}" dt="2026-09-04T01:12:43.357" v="430" actId="6549"/>
          <ac:spMkLst>
            <pc:docMk/>
            <pc:sldMk cId="4210487034" sldId="257"/>
            <ac:spMk id="8" creationId="{47EEBB80-611D-75DB-9C11-AFD8A8E1602E}"/>
          </ac:spMkLst>
        </pc:spChg>
        <pc:spChg chg="add mod">
          <ac:chgData name="Tomi Lind" userId="8de46aee-b41d-491b-a3c8-daf1b5776a2e" providerId="ADAL" clId="{DA4176E6-4A74-4541-B8FC-EC14009AAF7D}" dt="2026-09-04T01:17:36.293" v="532" actId="20577"/>
          <ac:spMkLst>
            <pc:docMk/>
            <pc:sldMk cId="4210487034" sldId="257"/>
            <ac:spMk id="12" creationId="{1B46A9CD-4EEA-664C-9DB0-B3056BB2D116}"/>
          </ac:spMkLst>
        </pc:spChg>
        <pc:spChg chg="add mod">
          <ac:chgData name="Tomi Lind" userId="8de46aee-b41d-491b-a3c8-daf1b5776a2e" providerId="ADAL" clId="{DA4176E6-4A74-4541-B8FC-EC14009AAF7D}" dt="2026-09-04T01:13:49.784" v="458" actId="14100"/>
          <ac:spMkLst>
            <pc:docMk/>
            <pc:sldMk cId="4210487034" sldId="257"/>
            <ac:spMk id="14" creationId="{4266FB66-DBAC-3B78-377A-C828D29CC2A9}"/>
          </ac:spMkLst>
        </pc:spChg>
        <pc:spChg chg="add mod">
          <ac:chgData name="Tomi Lind" userId="8de46aee-b41d-491b-a3c8-daf1b5776a2e" providerId="ADAL" clId="{DA4176E6-4A74-4541-B8FC-EC14009AAF7D}" dt="2026-09-04T01:13:43.552" v="457" actId="14100"/>
          <ac:spMkLst>
            <pc:docMk/>
            <pc:sldMk cId="4210487034" sldId="257"/>
            <ac:spMk id="17" creationId="{D0FB4E81-9089-5557-0364-52D6422AE1FA}"/>
          </ac:spMkLst>
        </pc:spChg>
        <pc:spChg chg="add mod">
          <ac:chgData name="Tomi Lind" userId="8de46aee-b41d-491b-a3c8-daf1b5776a2e" providerId="ADAL" clId="{DA4176E6-4A74-4541-B8FC-EC14009AAF7D}" dt="2026-09-04T01:14:35.840" v="467" actId="14100"/>
          <ac:spMkLst>
            <pc:docMk/>
            <pc:sldMk cId="4210487034" sldId="257"/>
            <ac:spMk id="19" creationId="{DBB0791A-CECA-24AD-D12A-84E34DB04864}"/>
          </ac:spMkLst>
        </pc:spChg>
        <pc:spChg chg="mod">
          <ac:chgData name="Tomi Lind" userId="8de46aee-b41d-491b-a3c8-daf1b5776a2e" providerId="ADAL" clId="{DA4176E6-4A74-4541-B8FC-EC14009AAF7D}" dt="2026-09-04T01:12:31.623" v="418" actId="207"/>
          <ac:spMkLst>
            <pc:docMk/>
            <pc:sldMk cId="4210487034" sldId="257"/>
            <ac:spMk id="21" creationId="{A92CE113-61A7-C569-1DF0-81293841D7E8}"/>
          </ac:spMkLst>
        </pc:spChg>
        <pc:grpChg chg="mod">
          <ac:chgData name="Tomi Lind" userId="8de46aee-b41d-491b-a3c8-daf1b5776a2e" providerId="ADAL" clId="{DA4176E6-4A74-4541-B8FC-EC14009AAF7D}" dt="2026-09-04T01:11:55.668" v="392" actId="1076"/>
          <ac:grpSpMkLst>
            <pc:docMk/>
            <pc:sldMk cId="4210487034" sldId="257"/>
            <ac:grpSpMk id="47" creationId="{0F871743-C1EB-0388-3B1F-2F425BB8A324}"/>
          </ac:grpSpMkLst>
        </pc:grpChg>
        <pc:picChg chg="mod">
          <ac:chgData name="Tomi Lind" userId="8de46aee-b41d-491b-a3c8-daf1b5776a2e" providerId="ADAL" clId="{DA4176E6-4A74-4541-B8FC-EC14009AAF7D}" dt="2026-09-04T01:11:31.278" v="365" actId="1076"/>
          <ac:picMkLst>
            <pc:docMk/>
            <pc:sldMk cId="4210487034" sldId="257"/>
            <ac:picMk id="13" creationId="{664E17B3-C51B-4A81-2498-8795E55EF17F}"/>
          </ac:picMkLst>
        </pc:picChg>
        <pc:picChg chg="mod">
          <ac:chgData name="Tomi Lind" userId="8de46aee-b41d-491b-a3c8-daf1b5776a2e" providerId="ADAL" clId="{DA4176E6-4A74-4541-B8FC-EC14009AAF7D}" dt="2026-09-04T01:11:11.872" v="351" actId="1076"/>
          <ac:picMkLst>
            <pc:docMk/>
            <pc:sldMk cId="4210487034" sldId="257"/>
            <ac:picMk id="15" creationId="{DDED45E7-E43E-3F47-7583-A9D33A742C0D}"/>
          </ac:picMkLst>
        </pc:picChg>
        <pc:picChg chg="mod">
          <ac:chgData name="Tomi Lind" userId="8de46aee-b41d-491b-a3c8-daf1b5776a2e" providerId="ADAL" clId="{DA4176E6-4A74-4541-B8FC-EC14009AAF7D}" dt="2026-09-04T01:12:40.544" v="422" actId="1076"/>
          <ac:picMkLst>
            <pc:docMk/>
            <pc:sldMk cId="4210487034" sldId="257"/>
            <ac:picMk id="32" creationId="{D8A9D272-63E3-BE90-CF6C-32A381C51ED8}"/>
          </ac:picMkLst>
        </pc:picChg>
        <pc:picChg chg="mod">
          <ac:chgData name="Tomi Lind" userId="8de46aee-b41d-491b-a3c8-daf1b5776a2e" providerId="ADAL" clId="{DA4176E6-4A74-4541-B8FC-EC14009AAF7D}" dt="2026-09-04T01:12:38.652" v="421" actId="1076"/>
          <ac:picMkLst>
            <pc:docMk/>
            <pc:sldMk cId="4210487034" sldId="257"/>
            <ac:picMk id="34" creationId="{28847938-95AE-AE6E-799A-B0D5A1F2690F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25:53.901" v="651" actId="14100"/>
        <pc:sldMkLst>
          <pc:docMk/>
          <pc:sldMk cId="452807913" sldId="258"/>
        </pc:sldMkLst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3" creationId="{958DAE09-974A-93BE-8C62-7E2F13DBEEDF}"/>
          </ac:spMkLst>
        </pc:spChg>
        <pc:spChg chg="add mod">
          <ac:chgData name="Tomi Lind" userId="8de46aee-b41d-491b-a3c8-daf1b5776a2e" providerId="ADAL" clId="{DA4176E6-4A74-4541-B8FC-EC14009AAF7D}" dt="2026-09-04T01:25:41.324" v="647" actId="14100"/>
          <ac:spMkLst>
            <pc:docMk/>
            <pc:sldMk cId="452807913" sldId="258"/>
            <ac:spMk id="4" creationId="{C3B886AE-09A8-25E4-B838-1987BAFB7BD3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5" creationId="{B34EAEF8-E905-0D45-FEA7-E50CAC921AC6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8" creationId="{737AC800-7CE7-FC8A-BDE7-4C93A023FE32}"/>
          </ac:spMkLst>
        </pc:spChg>
        <pc:spChg chg="mod">
          <ac:chgData name="Tomi Lind" userId="8de46aee-b41d-491b-a3c8-daf1b5776a2e" providerId="ADAL" clId="{DA4176E6-4A74-4541-B8FC-EC14009AAF7D}" dt="2026-09-04T01:25:08.418" v="634" actId="20577"/>
          <ac:spMkLst>
            <pc:docMk/>
            <pc:sldMk cId="452807913" sldId="258"/>
            <ac:spMk id="12" creationId="{6A7391BD-35F0-FDF2-D9CF-3D00A05D65B8}"/>
          </ac:spMkLst>
        </pc:spChg>
        <pc:spChg chg="mod">
          <ac:chgData name="Tomi Lind" userId="8de46aee-b41d-491b-a3c8-daf1b5776a2e" providerId="ADAL" clId="{DA4176E6-4A74-4541-B8FC-EC14009AAF7D}" dt="2026-09-04T01:25:53.901" v="651" actId="14100"/>
          <ac:spMkLst>
            <pc:docMk/>
            <pc:sldMk cId="452807913" sldId="258"/>
            <ac:spMk id="14" creationId="{9F8542B5-1D9F-BF52-2B05-1FFC58AE037F}"/>
          </ac:spMkLst>
        </pc:spChg>
        <pc:spChg chg="mod">
          <ac:chgData name="Tomi Lind" userId="8de46aee-b41d-491b-a3c8-daf1b5776a2e" providerId="ADAL" clId="{DA4176E6-4A74-4541-B8FC-EC14009AAF7D}" dt="2026-09-04T01:25:38.462" v="646" actId="14100"/>
          <ac:spMkLst>
            <pc:docMk/>
            <pc:sldMk cId="452807913" sldId="258"/>
            <ac:spMk id="17" creationId="{CAD3D23B-2EE1-5B91-24B6-F6450F8B54F8}"/>
          </ac:spMkLst>
        </pc:spChg>
        <pc:spChg chg="mod">
          <ac:chgData name="Tomi Lind" userId="8de46aee-b41d-491b-a3c8-daf1b5776a2e" providerId="ADAL" clId="{DA4176E6-4A74-4541-B8FC-EC14009AAF7D}" dt="2026-09-04T01:20:47.324" v="630" actId="1038"/>
          <ac:spMkLst>
            <pc:docMk/>
            <pc:sldMk cId="452807913" sldId="258"/>
            <ac:spMk id="19" creationId="{F8379779-7AB3-FC83-1AA3-F7666FA5EDD9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21" creationId="{7CF5DF76-7A2A-0BCC-3177-BF79492CBCED}"/>
          </ac:spMkLst>
        </pc:spChg>
        <pc:spChg chg="add mod">
          <ac:chgData name="Tomi Lind" userId="8de46aee-b41d-491b-a3c8-daf1b5776a2e" providerId="ADAL" clId="{DA4176E6-4A74-4541-B8FC-EC14009AAF7D}" dt="2026-09-04T01:25:50.898" v="650" actId="14100"/>
          <ac:spMkLst>
            <pc:docMk/>
            <pc:sldMk cId="452807913" sldId="258"/>
            <ac:spMk id="28" creationId="{49BDA569-F5C9-936B-18D4-539AFD2F4E0F}"/>
          </ac:spMkLst>
        </pc:spChg>
        <pc:picChg chg="add mod modCrop">
          <ac:chgData name="Tomi Lind" userId="8de46aee-b41d-491b-a3c8-daf1b5776a2e" providerId="ADAL" clId="{DA4176E6-4A74-4541-B8FC-EC14009AAF7D}" dt="2026-09-04T01:20:29.167" v="606" actId="1035"/>
          <ac:picMkLst>
            <pc:docMk/>
            <pc:sldMk cId="452807913" sldId="258"/>
            <ac:picMk id="7" creationId="{07797AE8-1E35-93F6-9907-B93728018D14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0" creationId="{8684F8B4-8BEC-CCDC-1FFB-F77109465BB0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6" creationId="{1452D9AE-66C9-94BD-7854-06D1451D9E7B}"/>
          </ac:picMkLst>
        </pc:picChg>
        <pc:picChg chg="add mod modCrop">
          <ac:chgData name="Tomi Lind" userId="8de46aee-b41d-491b-a3c8-daf1b5776a2e" providerId="ADAL" clId="{DA4176E6-4A74-4541-B8FC-EC14009AAF7D}" dt="2026-09-04T01:20:31.997" v="607" actId="1076"/>
          <ac:picMkLst>
            <pc:docMk/>
            <pc:sldMk cId="452807913" sldId="258"/>
            <ac:picMk id="20" creationId="{1848400E-1F83-BA53-32D7-62957055DBB0}"/>
          </ac:picMkLst>
        </pc:picChg>
        <pc:picChg chg="add mod ord">
          <ac:chgData name="Tomi Lind" userId="8de46aee-b41d-491b-a3c8-daf1b5776a2e" providerId="ADAL" clId="{DA4176E6-4A74-4541-B8FC-EC14009AAF7D}" dt="2026-09-04T01:20:47.324" v="630" actId="1038"/>
          <ac:picMkLst>
            <pc:docMk/>
            <pc:sldMk cId="452807913" sldId="258"/>
            <ac:picMk id="23" creationId="{BDD35B40-17C4-8B31-6BF7-44CC3A998B54}"/>
          </ac:picMkLst>
        </pc:picChg>
        <pc:picChg chg="add mod">
          <ac:chgData name="Tomi Lind" userId="8de46aee-b41d-491b-a3c8-daf1b5776a2e" providerId="ADAL" clId="{DA4176E6-4A74-4541-B8FC-EC14009AAF7D}" dt="2026-09-04T01:21:03.715" v="633" actId="1076"/>
          <ac:picMkLst>
            <pc:docMk/>
            <pc:sldMk cId="452807913" sldId="258"/>
            <ac:picMk id="25" creationId="{B9D3EA8C-D082-9CA5-EA39-DFC2E0FD8CF1}"/>
          </ac:picMkLst>
        </pc:picChg>
        <pc:picChg chg="mod">
          <ac:chgData name="Tomi Lind" userId="8de46aee-b41d-491b-a3c8-daf1b5776a2e" providerId="ADAL" clId="{DA4176E6-4A74-4541-B8FC-EC14009AAF7D}" dt="2026-09-04T01:19:53.621" v="584" actId="1035"/>
          <ac:picMkLst>
            <pc:docMk/>
            <pc:sldMk cId="452807913" sldId="258"/>
            <ac:picMk id="32" creationId="{19FE9230-9817-20C6-6FE3-251F26074883}"/>
          </ac:picMkLst>
        </pc:picChg>
        <pc:picChg chg="mod">
          <ac:chgData name="Tomi Lind" userId="8de46aee-b41d-491b-a3c8-daf1b5776a2e" providerId="ADAL" clId="{DA4176E6-4A74-4541-B8FC-EC14009AAF7D}" dt="2026-09-04T01:25:35.340" v="645" actId="1037"/>
          <ac:picMkLst>
            <pc:docMk/>
            <pc:sldMk cId="452807913" sldId="258"/>
            <ac:picMk id="34" creationId="{B274E078-67CF-E049-7B3C-C226FE6B0C1F}"/>
          </ac:picMkLst>
        </pc:picChg>
      </pc:sldChg>
      <pc:sldChg chg="addSp delSp modSp add mod ord">
        <pc:chgData name="Tomi Lind" userId="8de46aee-b41d-491b-a3c8-daf1b5776a2e" providerId="ADAL" clId="{DA4176E6-4A74-4541-B8FC-EC14009AAF7D}" dt="2026-09-14T03:23:59.305" v="1487"/>
        <pc:sldMkLst>
          <pc:docMk/>
          <pc:sldMk cId="1388509897" sldId="259"/>
        </pc:sldMkLst>
        <pc:spChg chg="mod">
          <ac:chgData name="Tomi Lind" userId="8de46aee-b41d-491b-a3c8-daf1b5776a2e" providerId="ADAL" clId="{DA4176E6-4A74-4541-B8FC-EC14009AAF7D}" dt="2026-09-10T02:35:51.764" v="1010" actId="1076"/>
          <ac:spMkLst>
            <pc:docMk/>
            <pc:sldMk cId="1388509897" sldId="259"/>
            <ac:spMk id="2" creationId="{C4CE6B41-E4B8-CFCC-62E0-F5ECF165721C}"/>
          </ac:spMkLst>
        </pc:spChg>
        <pc:spChg chg="mod">
          <ac:chgData name="Tomi Lind" userId="8de46aee-b41d-491b-a3c8-daf1b5776a2e" providerId="ADAL" clId="{DA4176E6-4A74-4541-B8FC-EC14009AAF7D}" dt="2026-09-10T02:37:04.645" v="1020" actId="1076"/>
          <ac:spMkLst>
            <pc:docMk/>
            <pc:sldMk cId="1388509897" sldId="259"/>
            <ac:spMk id="5" creationId="{23532A01-223B-A6C7-014B-B2FB1D8D6A5C}"/>
          </ac:spMkLst>
        </pc:spChg>
        <pc:spChg chg="mod">
          <ac:chgData name="Tomi Lind" userId="8de46aee-b41d-491b-a3c8-daf1b5776a2e" providerId="ADAL" clId="{DA4176E6-4A74-4541-B8FC-EC14009AAF7D}" dt="2026-09-10T02:29:11.466" v="853" actId="1076"/>
          <ac:spMkLst>
            <pc:docMk/>
            <pc:sldMk cId="1388509897" sldId="259"/>
            <ac:spMk id="8" creationId="{F4F5DBDF-2412-7614-B3C5-ECFD73253A87}"/>
          </ac:spMkLst>
        </pc:spChg>
        <pc:spChg chg="mod">
          <ac:chgData name="Tomi Lind" userId="8de46aee-b41d-491b-a3c8-daf1b5776a2e" providerId="ADAL" clId="{DA4176E6-4A74-4541-B8FC-EC14009AAF7D}" dt="2026-09-10T02:40:05.280" v="1031" actId="207"/>
          <ac:spMkLst>
            <pc:docMk/>
            <pc:sldMk cId="1388509897" sldId="259"/>
            <ac:spMk id="10" creationId="{BACA329E-367A-5819-5C26-75A94A008574}"/>
          </ac:spMkLst>
        </pc:spChg>
        <pc:spChg chg="mod">
          <ac:chgData name="Tomi Lind" userId="8de46aee-b41d-491b-a3c8-daf1b5776a2e" providerId="ADAL" clId="{DA4176E6-4A74-4541-B8FC-EC14009AAF7D}" dt="2026-09-10T02:36:11.758" v="1016" actId="1076"/>
          <ac:spMkLst>
            <pc:docMk/>
            <pc:sldMk cId="1388509897" sldId="259"/>
            <ac:spMk id="12" creationId="{150E95DA-FF3E-54C7-E8B5-8FA7445FA6C8}"/>
          </ac:spMkLst>
        </pc:spChg>
        <pc:spChg chg="add mod">
          <ac:chgData name="Tomi Lind" userId="8de46aee-b41d-491b-a3c8-daf1b5776a2e" providerId="ADAL" clId="{DA4176E6-4A74-4541-B8FC-EC14009AAF7D}" dt="2026-09-10T02:37:15.101" v="1025" actId="1076"/>
          <ac:spMkLst>
            <pc:docMk/>
            <pc:sldMk cId="1388509897" sldId="259"/>
            <ac:spMk id="14" creationId="{A0DFF232-6DB0-C84F-ACDD-518B88204695}"/>
          </ac:spMkLst>
        </pc:spChg>
        <pc:spChg chg="mod">
          <ac:chgData name="Tomi Lind" userId="8de46aee-b41d-491b-a3c8-daf1b5776a2e" providerId="ADAL" clId="{DA4176E6-4A74-4541-B8FC-EC14009AAF7D}" dt="2026-09-10T02:35:48.092" v="1009" actId="1076"/>
          <ac:spMkLst>
            <pc:docMk/>
            <pc:sldMk cId="1388509897" sldId="259"/>
            <ac:spMk id="16" creationId="{9F71D180-810F-6A5D-42B5-6CE7AC5FFE2F}"/>
          </ac:spMkLst>
        </pc:spChg>
        <pc:spChg chg="mod">
          <ac:chgData name="Tomi Lind" userId="8de46aee-b41d-491b-a3c8-daf1b5776a2e" providerId="ADAL" clId="{DA4176E6-4A74-4541-B8FC-EC14009AAF7D}" dt="2026-09-10T02:35:44.166" v="1008" actId="1076"/>
          <ac:spMkLst>
            <pc:docMk/>
            <pc:sldMk cId="1388509897" sldId="259"/>
            <ac:spMk id="21" creationId="{AD9849FD-388C-9D95-EE93-4992E36D7939}"/>
          </ac:spMkLst>
        </pc:spChg>
        <pc:graphicFrameChg chg="add mod modGraphic">
          <ac:chgData name="Tomi Lind" userId="8de46aee-b41d-491b-a3c8-daf1b5776a2e" providerId="ADAL" clId="{DA4176E6-4A74-4541-B8FC-EC14009AAF7D}" dt="2026-09-10T02:40:01.619" v="1030" actId="207"/>
          <ac:graphicFrameMkLst>
            <pc:docMk/>
            <pc:sldMk cId="1388509897" sldId="259"/>
            <ac:graphicFrameMk id="6" creationId="{9DBD331D-D0F9-4EEC-D2B6-6110619F9500}"/>
          </ac:graphicFrameMkLst>
        </pc:graphicFrameChg>
        <pc:picChg chg="mod">
          <ac:chgData name="Tomi Lind" userId="8de46aee-b41d-491b-a3c8-daf1b5776a2e" providerId="ADAL" clId="{DA4176E6-4A74-4541-B8FC-EC14009AAF7D}" dt="2026-09-10T02:37:23.205" v="1027" actId="1076"/>
          <ac:picMkLst>
            <pc:docMk/>
            <pc:sldMk cId="1388509897" sldId="259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10T02:37:15.101" v="1025" actId="1076"/>
          <ac:picMkLst>
            <pc:docMk/>
            <pc:sldMk cId="1388509897" sldId="259"/>
            <ac:picMk id="17" creationId="{C5A07B97-2BA8-76A9-FD1D-631AC14BEDFE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3" creationId="{43AF535D-4EEA-343F-4B96-423765E9BB39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4" creationId="{48FB78E7-566D-5527-7EFD-81CE50A3A75B}"/>
          </ac:picMkLst>
        </pc:picChg>
        <pc:picChg chg="mod">
          <ac:chgData name="Tomi Lind" userId="8de46aee-b41d-491b-a3c8-daf1b5776a2e" providerId="ADAL" clId="{DA4176E6-4A74-4541-B8FC-EC14009AAF7D}" dt="2026-09-10T02:36:09.550" v="1015" actId="1076"/>
          <ac:picMkLst>
            <pc:docMk/>
            <pc:sldMk cId="1388509897" sldId="259"/>
            <ac:picMk id="32" creationId="{C5A30AB2-A780-3DD0-CD13-995A1653E154}"/>
          </ac:picMkLst>
        </pc:picChg>
        <pc:picChg chg="mod">
          <ac:chgData name="Tomi Lind" userId="8de46aee-b41d-491b-a3c8-daf1b5776a2e" providerId="ADAL" clId="{DA4176E6-4A74-4541-B8FC-EC14009AAF7D}" dt="2026-09-10T02:36:08.088" v="1014" actId="1076"/>
          <ac:picMkLst>
            <pc:docMk/>
            <pc:sldMk cId="1388509897" sldId="259"/>
            <ac:picMk id="34" creationId="{1F5037B9-6B59-85AA-D13C-3367BB9D392E}"/>
          </ac:picMkLst>
        </pc:picChg>
      </pc:sldChg>
      <pc:sldChg chg="addSp delSp modSp add mod">
        <pc:chgData name="Tomi Lind" userId="8de46aee-b41d-491b-a3c8-daf1b5776a2e" providerId="ADAL" clId="{DA4176E6-4A74-4541-B8FC-EC14009AAF7D}" dt="2026-09-14T05:55:12.003" v="1822" actId="1076"/>
        <pc:sldMkLst>
          <pc:docMk/>
          <pc:sldMk cId="2519818258" sldId="260"/>
        </pc:sldMkLst>
        <pc:spChg chg="mod">
          <ac:chgData name="Tomi Lind" userId="8de46aee-b41d-491b-a3c8-daf1b5776a2e" providerId="ADAL" clId="{DA4176E6-4A74-4541-B8FC-EC14009AAF7D}" dt="2026-09-14T05:46:32.449" v="1638" actId="122"/>
          <ac:spMkLst>
            <pc:docMk/>
            <pc:sldMk cId="2519818258" sldId="260"/>
            <ac:spMk id="2" creationId="{AC05A1EE-4009-64AE-4DB0-59C1F889EA9B}"/>
          </ac:spMkLst>
        </pc:spChg>
        <pc:spChg chg="add mod">
          <ac:chgData name="Tomi Lind" userId="8de46aee-b41d-491b-a3c8-daf1b5776a2e" providerId="ADAL" clId="{DA4176E6-4A74-4541-B8FC-EC14009AAF7D}" dt="2026-09-14T05:49:41.369" v="1710" actId="1076"/>
          <ac:spMkLst>
            <pc:docMk/>
            <pc:sldMk cId="2519818258" sldId="260"/>
            <ac:spMk id="4" creationId="{0EC45FF4-EEFB-B446-D7C4-C9226B97D96A}"/>
          </ac:spMkLst>
        </pc:spChg>
        <pc:spChg chg="mod">
          <ac:chgData name="Tomi Lind" userId="8de46aee-b41d-491b-a3c8-daf1b5776a2e" providerId="ADAL" clId="{DA4176E6-4A74-4541-B8FC-EC14009AAF7D}" dt="2026-09-14T05:45:17.332" v="1622" actId="1076"/>
          <ac:spMkLst>
            <pc:docMk/>
            <pc:sldMk cId="2519818258" sldId="260"/>
            <ac:spMk id="5" creationId="{B7D21118-CD4E-3935-22BD-95EFEFFE031B}"/>
          </ac:spMkLst>
        </pc:spChg>
        <pc:spChg chg="add mod">
          <ac:chgData name="Tomi Lind" userId="8de46aee-b41d-491b-a3c8-daf1b5776a2e" providerId="ADAL" clId="{DA4176E6-4A74-4541-B8FC-EC14009AAF7D}" dt="2026-09-14T05:55:12.003" v="1822" actId="1076"/>
          <ac:spMkLst>
            <pc:docMk/>
            <pc:sldMk cId="2519818258" sldId="260"/>
            <ac:spMk id="7" creationId="{272B1F46-BC3D-86B5-4969-535AB0FEA2A6}"/>
          </ac:spMkLst>
        </pc:spChg>
        <pc:spChg chg="add mod">
          <ac:chgData name="Tomi Lind" userId="8de46aee-b41d-491b-a3c8-daf1b5776a2e" providerId="ADAL" clId="{DA4176E6-4A74-4541-B8FC-EC14009AAF7D}" dt="2026-09-14T05:43:46.804" v="1594" actId="571"/>
          <ac:spMkLst>
            <pc:docMk/>
            <pc:sldMk cId="2519818258" sldId="260"/>
            <ac:spMk id="7" creationId="{B49B30F2-762E-CF05-10EF-7E0F1AC69C0D}"/>
          </ac:spMkLst>
        </pc:spChg>
        <pc:spChg chg="mod">
          <ac:chgData name="Tomi Lind" userId="8de46aee-b41d-491b-a3c8-daf1b5776a2e" providerId="ADAL" clId="{DA4176E6-4A74-4541-B8FC-EC14009AAF7D}" dt="2026-09-14T05:50:26.695" v="1766" actId="20577"/>
          <ac:spMkLst>
            <pc:docMk/>
            <pc:sldMk cId="2519818258" sldId="260"/>
            <ac:spMk id="8" creationId="{00A5C7C5-F5D5-8176-4BBB-EEC3E36D2A7F}"/>
          </ac:spMkLst>
        </pc:spChg>
        <pc:spChg chg="add mod">
          <ac:chgData name="Tomi Lind" userId="8de46aee-b41d-491b-a3c8-daf1b5776a2e" providerId="ADAL" clId="{DA4176E6-4A74-4541-B8FC-EC14009AAF7D}" dt="2026-09-14T05:46:23.747" v="1636" actId="14100"/>
          <ac:spMkLst>
            <pc:docMk/>
            <pc:sldMk cId="2519818258" sldId="260"/>
            <ac:spMk id="9" creationId="{08E5B60B-ABAD-FB24-25C4-DD61D43E9207}"/>
          </ac:spMkLst>
        </pc:spChg>
        <pc:spChg chg="mod">
          <ac:chgData name="Tomi Lind" userId="8de46aee-b41d-491b-a3c8-daf1b5776a2e" providerId="ADAL" clId="{DA4176E6-4A74-4541-B8FC-EC14009AAF7D}" dt="2026-09-14T03:14:25.393" v="1194" actId="164"/>
          <ac:spMkLst>
            <pc:docMk/>
            <pc:sldMk cId="2519818258" sldId="260"/>
            <ac:spMk id="10" creationId="{2DFB7E50-80BB-753B-4893-390C1E282814}"/>
          </ac:spMkLst>
        </pc:spChg>
        <pc:spChg chg="mod">
          <ac:chgData name="Tomi Lind" userId="8de46aee-b41d-491b-a3c8-daf1b5776a2e" providerId="ADAL" clId="{DA4176E6-4A74-4541-B8FC-EC14009AAF7D}" dt="2026-09-14T05:47:05.059" v="1663" actId="207"/>
          <ac:spMkLst>
            <pc:docMk/>
            <pc:sldMk cId="2519818258" sldId="260"/>
            <ac:spMk id="12" creationId="{B69C9B89-0985-A9F4-077E-FAE8D74F4E59}"/>
          </ac:spMkLst>
        </pc:spChg>
        <pc:spChg chg="mod">
          <ac:chgData name="Tomi Lind" userId="8de46aee-b41d-491b-a3c8-daf1b5776a2e" providerId="ADAL" clId="{DA4176E6-4A74-4541-B8FC-EC14009AAF7D}" dt="2026-09-14T05:47:43.961" v="1702" actId="20577"/>
          <ac:spMkLst>
            <pc:docMk/>
            <pc:sldMk cId="2519818258" sldId="260"/>
            <ac:spMk id="14" creationId="{02E3853E-A774-FA28-DB61-B413E7048685}"/>
          </ac:spMkLst>
        </pc:spChg>
        <pc:spChg chg="add mod">
          <ac:chgData name="Tomi Lind" userId="8de46aee-b41d-491b-a3c8-daf1b5776a2e" providerId="ADAL" clId="{DA4176E6-4A74-4541-B8FC-EC14009AAF7D}" dt="2026-09-14T05:46:56.117" v="1662" actId="1038"/>
          <ac:spMkLst>
            <pc:docMk/>
            <pc:sldMk cId="2519818258" sldId="260"/>
            <ac:spMk id="15" creationId="{6C4DDCFF-6D93-F85F-85FA-0E1418A85086}"/>
          </ac:spMkLst>
        </pc:spChg>
        <pc:spChg chg="mod">
          <ac:chgData name="Tomi Lind" userId="8de46aee-b41d-491b-a3c8-daf1b5776a2e" providerId="ADAL" clId="{DA4176E6-4A74-4541-B8FC-EC14009AAF7D}" dt="2026-09-14T05:46:47.672" v="1641" actId="122"/>
          <ac:spMkLst>
            <pc:docMk/>
            <pc:sldMk cId="2519818258" sldId="260"/>
            <ac:spMk id="16" creationId="{B2AB43A0-62CE-B5F3-C44B-63923AC7EF51}"/>
          </ac:spMkLst>
        </pc:spChg>
        <pc:spChg chg="add mod">
          <ac:chgData name="Tomi Lind" userId="8de46aee-b41d-491b-a3c8-daf1b5776a2e" providerId="ADAL" clId="{DA4176E6-4A74-4541-B8FC-EC14009AAF7D}" dt="2026-09-14T05:43:10.756" v="1587" actId="14100"/>
          <ac:spMkLst>
            <pc:docMk/>
            <pc:sldMk cId="2519818258" sldId="260"/>
            <ac:spMk id="19" creationId="{5C20AF56-422F-376B-079B-56CAE9AEA370}"/>
          </ac:spMkLst>
        </pc:spChg>
        <pc:spChg chg="add mod">
          <ac:chgData name="Tomi Lind" userId="8de46aee-b41d-491b-a3c8-daf1b5776a2e" providerId="ADAL" clId="{DA4176E6-4A74-4541-B8FC-EC14009AAF7D}" dt="2026-09-14T05:49:56.062" v="1713" actId="14100"/>
          <ac:spMkLst>
            <pc:docMk/>
            <pc:sldMk cId="2519818258" sldId="260"/>
            <ac:spMk id="20" creationId="{1CCA70B1-F593-96DA-9E2B-6A4CF1D0B2B2}"/>
          </ac:spMkLst>
        </pc:spChg>
        <pc:spChg chg="mod">
          <ac:chgData name="Tomi Lind" userId="8de46aee-b41d-491b-a3c8-daf1b5776a2e" providerId="ADAL" clId="{DA4176E6-4A74-4541-B8FC-EC14009AAF7D}" dt="2026-09-14T05:46:56.117" v="1662" actId="1038"/>
          <ac:spMkLst>
            <pc:docMk/>
            <pc:sldMk cId="2519818258" sldId="260"/>
            <ac:spMk id="21" creationId="{DCB9FF69-1B38-F336-5D1E-4AB4D36599E3}"/>
          </ac:spMkLst>
        </pc:spChg>
        <pc:spChg chg="add mod">
          <ac:chgData name="Tomi Lind" userId="8de46aee-b41d-491b-a3c8-daf1b5776a2e" providerId="ADAL" clId="{DA4176E6-4A74-4541-B8FC-EC14009AAF7D}" dt="2026-09-14T05:46:09.705" v="1633" actId="14100"/>
          <ac:spMkLst>
            <pc:docMk/>
            <pc:sldMk cId="2519818258" sldId="260"/>
            <ac:spMk id="22" creationId="{3C184AB4-3A5A-CB4E-DD2D-64EA265478AB}"/>
          </ac:spMkLst>
        </pc:spChg>
        <pc:spChg chg="add mod">
          <ac:chgData name="Tomi Lind" userId="8de46aee-b41d-491b-a3c8-daf1b5776a2e" providerId="ADAL" clId="{DA4176E6-4A74-4541-B8FC-EC14009AAF7D}" dt="2026-09-14T05:55:08.299" v="1821" actId="1076"/>
          <ac:spMkLst>
            <pc:docMk/>
            <pc:sldMk cId="2519818258" sldId="260"/>
            <ac:spMk id="25" creationId="{6E4D0859-D71B-9F6E-1178-5695507839BB}"/>
          </ac:spMkLst>
        </pc:spChg>
        <pc:spChg chg="add mod">
          <ac:chgData name="Tomi Lind" userId="8de46aee-b41d-491b-a3c8-daf1b5776a2e" providerId="ADAL" clId="{DA4176E6-4A74-4541-B8FC-EC14009AAF7D}" dt="2026-09-14T05:45:46.312" v="1629" actId="14100"/>
          <ac:spMkLst>
            <pc:docMk/>
            <pc:sldMk cId="2519818258" sldId="260"/>
            <ac:spMk id="26" creationId="{E0CB1401-A237-018D-E021-6379FC0F57B3}"/>
          </ac:spMkLst>
        </pc:spChg>
        <pc:spChg chg="add del mod">
          <ac:chgData name="Tomi Lind" userId="8de46aee-b41d-491b-a3c8-daf1b5776a2e" providerId="ADAL" clId="{DA4176E6-4A74-4541-B8FC-EC14009AAF7D}" dt="2026-09-14T03:19:12.902" v="1363" actId="478"/>
          <ac:spMkLst>
            <pc:docMk/>
            <pc:sldMk cId="2519818258" sldId="260"/>
            <ac:spMk id="28" creationId="{AB0ECCEF-6B48-7975-B7E7-5B09D074BACF}"/>
          </ac:spMkLst>
        </pc:spChg>
        <pc:spChg chg="add mod">
          <ac:chgData name="Tomi Lind" userId="8de46aee-b41d-491b-a3c8-daf1b5776a2e" providerId="ADAL" clId="{DA4176E6-4A74-4541-B8FC-EC14009AAF7D}" dt="2026-09-14T05:45:53.902" v="1630" actId="164"/>
          <ac:spMkLst>
            <pc:docMk/>
            <pc:sldMk cId="2519818258" sldId="260"/>
            <ac:spMk id="30" creationId="{C010A92E-A68D-664F-4DA6-9516D354DE86}"/>
          </ac:spMkLst>
        </pc:spChg>
        <pc:spChg chg="add mod">
          <ac:chgData name="Tomi Lind" userId="8de46aee-b41d-491b-a3c8-daf1b5776a2e" providerId="ADAL" clId="{DA4176E6-4A74-4541-B8FC-EC14009AAF7D}" dt="2026-09-14T05:46:12.505" v="1634" actId="14100"/>
          <ac:spMkLst>
            <pc:docMk/>
            <pc:sldMk cId="2519818258" sldId="260"/>
            <ac:spMk id="33" creationId="{A24F25CB-340D-C6A3-4DD6-45D7B45D8A0C}"/>
          </ac:spMkLst>
        </pc:spChg>
        <pc:grpChg chg="add mod">
          <ac:chgData name="Tomi Lind" userId="8de46aee-b41d-491b-a3c8-daf1b5776a2e" providerId="ADAL" clId="{DA4176E6-4A74-4541-B8FC-EC14009AAF7D}" dt="2026-09-14T05:46:17.828" v="1635" actId="1076"/>
          <ac:grpSpMkLst>
            <pc:docMk/>
            <pc:sldMk cId="2519818258" sldId="260"/>
            <ac:grpSpMk id="3" creationId="{284472C1-C8C3-6005-4193-F6FC9642BD03}"/>
          </ac:grpSpMkLst>
        </pc:grpChg>
        <pc:grpChg chg="add mod">
          <ac:chgData name="Tomi Lind" userId="8de46aee-b41d-491b-a3c8-daf1b5776a2e" providerId="ADAL" clId="{DA4176E6-4A74-4541-B8FC-EC14009AAF7D}" dt="2026-09-14T05:45:59.710" v="1631" actId="1076"/>
          <ac:grpSpMkLst>
            <pc:docMk/>
            <pc:sldMk cId="2519818258" sldId="260"/>
            <ac:grpSpMk id="11" creationId="{6CD2A034-4E76-CFD3-6537-DB021DC36714}"/>
          </ac:grpSpMkLst>
        </pc:grpChg>
        <pc:graphicFrameChg chg="mod">
          <ac:chgData name="Tomi Lind" userId="8de46aee-b41d-491b-a3c8-daf1b5776a2e" providerId="ADAL" clId="{DA4176E6-4A74-4541-B8FC-EC14009AAF7D}" dt="2026-09-14T05:49:41.369" v="1710" actId="1076"/>
          <ac:graphicFrameMkLst>
            <pc:docMk/>
            <pc:sldMk cId="2519818258" sldId="260"/>
            <ac:graphicFrameMk id="6" creationId="{1BAD16F7-3E4E-84AE-B364-CCA27300127C}"/>
          </ac:graphicFrameMkLst>
        </pc:graphicFrameChg>
        <pc:picChg chg="mod">
          <ac:chgData name="Tomi Lind" userId="8de46aee-b41d-491b-a3c8-daf1b5776a2e" providerId="ADAL" clId="{DA4176E6-4A74-4541-B8FC-EC14009AAF7D}" dt="2026-09-14T05:46:17.828" v="1635" actId="1076"/>
          <ac:picMkLst>
            <pc:docMk/>
            <pc:sldMk cId="2519818258" sldId="260"/>
            <ac:picMk id="13" creationId="{17AFC1A1-A608-E2E2-DD3B-D7984048C588}"/>
          </ac:picMkLst>
        </pc:picChg>
        <pc:picChg chg="mod">
          <ac:chgData name="Tomi Lind" userId="8de46aee-b41d-491b-a3c8-daf1b5776a2e" providerId="ADAL" clId="{DA4176E6-4A74-4541-B8FC-EC14009AAF7D}" dt="2026-09-14T05:45:53.902" v="1630" actId="164"/>
          <ac:picMkLst>
            <pc:docMk/>
            <pc:sldMk cId="2519818258" sldId="260"/>
            <ac:picMk id="17" creationId="{1D25B9A8-3B9B-5153-D2A9-6BC407A702B0}"/>
          </ac:picMkLst>
        </pc:picChg>
        <pc:picChg chg="mod">
          <ac:chgData name="Tomi Lind" userId="8de46aee-b41d-491b-a3c8-daf1b5776a2e" providerId="ADAL" clId="{DA4176E6-4A74-4541-B8FC-EC14009AAF7D}" dt="2026-09-14T03:14:25.393" v="1194" actId="164"/>
          <ac:picMkLst>
            <pc:docMk/>
            <pc:sldMk cId="2519818258" sldId="260"/>
            <ac:picMk id="23" creationId="{93224B44-5E2F-7738-6D28-68DF7DF00D1A}"/>
          </ac:picMkLst>
        </pc:picChg>
        <pc:picChg chg="mod">
          <ac:chgData name="Tomi Lind" userId="8de46aee-b41d-491b-a3c8-daf1b5776a2e" providerId="ADAL" clId="{DA4176E6-4A74-4541-B8FC-EC14009AAF7D}" dt="2026-09-14T03:14:25.393" v="1194" actId="164"/>
          <ac:picMkLst>
            <pc:docMk/>
            <pc:sldMk cId="2519818258" sldId="260"/>
            <ac:picMk id="24" creationId="{BEC95917-5880-048F-76F3-376B7A903BB9}"/>
          </ac:picMkLst>
        </pc:picChg>
        <pc:picChg chg="mod">
          <ac:chgData name="Tomi Lind" userId="8de46aee-b41d-491b-a3c8-daf1b5776a2e" providerId="ADAL" clId="{DA4176E6-4A74-4541-B8FC-EC14009AAF7D}" dt="2026-09-14T05:43:03.305" v="1585" actId="1076"/>
          <ac:picMkLst>
            <pc:docMk/>
            <pc:sldMk cId="2519818258" sldId="260"/>
            <ac:picMk id="32" creationId="{773A8B91-892E-A430-BABB-DD8D0DF57779}"/>
          </ac:picMkLst>
        </pc:picChg>
        <pc:picChg chg="mod">
          <ac:chgData name="Tomi Lind" userId="8de46aee-b41d-491b-a3c8-daf1b5776a2e" providerId="ADAL" clId="{DA4176E6-4A74-4541-B8FC-EC14009AAF7D}" dt="2026-09-14T05:43:01.215" v="1584" actId="1076"/>
          <ac:picMkLst>
            <pc:docMk/>
            <pc:sldMk cId="2519818258" sldId="260"/>
            <ac:picMk id="34" creationId="{7C32A727-CD0B-CDF0-4DF0-7894B169FF5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64BE-A6E7-7234-9FCF-280F93D8F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561CF-5020-7476-BF87-5E74DB026F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21389-4216-8BD8-4AD4-F970AD5B4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E84BD-8509-5958-49EA-77F00C08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CF5F0-6333-53F0-6CA8-28C581A5B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2824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067B4-20C0-2239-7FB6-13119DE99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0E19-9EA0-8E4E-2912-E80243FF2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908E8-CB92-D6F8-CE11-E48D6DDD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7039E-3664-59DC-53DF-9330BDFEE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E7259-A3D6-3739-0558-F5A4263A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2404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0192-5484-CBC2-18E9-6A0267626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38C35-BBD8-B618-C52A-4A9CC1589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CD66F-AA45-4FD0-E2CA-292A26EF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69412-5AAC-BD6D-E643-A40E5B7C8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63662-B0A3-8D34-7FF0-9BF4A499B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3758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24C4-A1AD-CCCB-A401-8AA3E03C5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B73D6-F6B1-B57F-4CA2-9BB9CE952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2F519-30C2-9428-DEDA-EC49A37D2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F7397-CD50-2BA7-8254-8FE2064A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D59D5-7A43-CCBA-E5AF-295DD0243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516F7B-50D7-333B-197D-C84E2689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7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90EB6-0D9E-275F-DC9D-294D61706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B1A9A-DD8A-3CD1-5794-E6D56D820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9777A4-72EA-77FB-69DB-F1E3513157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55CB8-4F9E-DAC5-B1FD-79A50C6716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0029F-8A4C-58C4-8523-B48CF9A1B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79978-655F-E484-3693-842CC03D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4DE490-116F-E378-9B86-79E58C53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19F554-BE50-6977-4FCE-11A65F3D4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8910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4BAF2-1542-B80B-0243-172589734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87130C-49D2-1267-6EBD-688C7F80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C9F94-8A19-C63D-7ABC-74A4D189D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79583-B56B-8477-662E-8DD39BF48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4433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11D7DC-ACF5-2BF1-351F-A01D5CB28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04C1CB-32BE-339B-6D32-25F88F1EA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1940C-C449-A0A2-EF3E-5FE019DAC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410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8364-6142-5518-C2A0-4F832EA1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D1914-A7C3-65A9-F4D0-3702E890F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5ABEA0-04E6-9967-499C-6059A4C02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3D66D-CE43-FFD1-D11F-A638C9E6D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1F129-54A0-EADD-511B-CBF630064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25295-8274-2CA7-4A75-E3A3DCB3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060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010A2-4E2C-BF79-9223-D5E4BEC96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2FD9B8-9FE4-C348-0D0A-D42F672E2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85EA0-13DB-F62E-099B-1E6533E00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78F6-FE14-D60B-BF42-D5EF03F09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17672-110D-161A-1841-7FF27D18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D0CB7-9A05-4B55-DF73-A482C7E7A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36561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C18F9-B367-042F-676D-78A7AEEB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3FB0C-DF4C-055B-CAEE-3018A8737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2A7C0-2FAA-64A1-F2A8-F6630C453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3B9-AC87-F20D-59F4-BCD5414C9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B1F9E-C5D6-02B4-AEC3-B48B67D2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310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CC989-D322-8407-9D8B-17DF6F287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6C84A-341C-3931-2551-2597D902E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2D732-1639-5A4B-C575-DE825F8FB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29320-418B-6725-2BE4-DAFC540A2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89657-E7AD-677D-E0CC-A357E9B75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16780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6772FB-5DAA-2338-771C-869E5C019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63B19-7105-8075-4FB4-CA61B4C6E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035FA-8246-E57D-391D-A7A2DCAD35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079C93-06BA-4335-A3D1-B6B7CD2840E1}" type="datetimeFigureOut">
              <a:rPr lang="LID4096" smtClean="0"/>
              <a:t>09/14/2026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48363-890E-6EE7-1D79-EAEEE5845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FB1CE-8FDA-F29A-9E98-F3117F000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80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gif"/><Relationship Id="rId3" Type="http://schemas.openxmlformats.org/officeDocument/2006/relationships/image" Target="../media/image2.emf"/><Relationship Id="rId7" Type="http://schemas.openxmlformats.org/officeDocument/2006/relationships/image" Target="../media/image4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3.svg"/><Relationship Id="rId9" Type="http://schemas.openxmlformats.org/officeDocument/2006/relationships/image" Target="../media/image6.gi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gif"/><Relationship Id="rId3" Type="http://schemas.openxmlformats.org/officeDocument/2006/relationships/image" Target="../media/image2.emf"/><Relationship Id="rId7" Type="http://schemas.openxmlformats.org/officeDocument/2006/relationships/image" Target="../media/image6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3.svg"/><Relationship Id="rId9" Type="http://schemas.openxmlformats.org/officeDocument/2006/relationships/image" Target="../media/image5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emf"/><Relationship Id="rId7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EEF8-8EB9-C9E0-2CD9-4A3542510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7AFC1A1-A608-E2E2-DD3B-D7984048C5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6096000" y="4889096"/>
            <a:ext cx="1527982" cy="16625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CB9FF69-1B38-F336-5D1E-4AB4D36599E3}"/>
              </a:ext>
            </a:extLst>
          </p:cNvPr>
          <p:cNvSpPr txBox="1"/>
          <p:nvPr/>
        </p:nvSpPr>
        <p:spPr>
          <a:xfrm>
            <a:off x="4082180" y="213146"/>
            <a:ext cx="2719988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Search: </a:t>
            </a:r>
            <a:r>
              <a:rPr lang="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MJB7703AA</a:t>
            </a:r>
            <a:endParaRPr lang="en-US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update Model Ranges and part tree</a:t>
            </a:r>
          </a:p>
          <a:p>
            <a:pPr algn="ctr"/>
            <a:r>
              <a:rPr lang="en-US" sz="900" dirty="0"/>
              <a:t>suitability list to show all models and </a:t>
            </a:r>
          </a:p>
          <a:p>
            <a:pPr algn="ctr"/>
            <a:r>
              <a:rPr lang="en-US" sz="900" dirty="0"/>
              <a:t>main levels which parts stock has]</a:t>
            </a:r>
            <a:endParaRPr lang="LID4096" sz="9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73A8B91-892E-A430-BABB-DD8D0DF57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013" y="2126173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7C32A727-CD0B-CDF0-4DF0-7894B169FF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2468" y="2943230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05A1EE-4009-64AE-4DB0-59C1F889EA9B}"/>
              </a:ext>
            </a:extLst>
          </p:cNvPr>
          <p:cNvSpPr txBox="1"/>
          <p:nvPr/>
        </p:nvSpPr>
        <p:spPr>
          <a:xfrm>
            <a:off x="3201113" y="1413305"/>
            <a:ext cx="78276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Jaguar Accessories - Daimler Limousine - E-Pace E-Type F-Pace F-Type S-Type X-Type XE Range XF Range XJ Range XJS [x] XK Range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D21118-CD4E-3935-22BD-95EFEFFE031B}"/>
              </a:ext>
            </a:extLst>
          </p:cNvPr>
          <p:cNvSpPr txBox="1"/>
          <p:nvPr/>
        </p:nvSpPr>
        <p:spPr>
          <a:xfrm>
            <a:off x="6599089" y="1793072"/>
            <a:ext cx="43075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Suitability/Filter (or fact when one part number is selected):</a:t>
            </a:r>
            <a:b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[Selection list(s)] [&lt;Models&gt;&lt;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&lt;features&gt; 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etc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A5C7C5-F5D5-8176-4BBB-EEC3E36D2A7F}"/>
              </a:ext>
            </a:extLst>
          </p:cNvPr>
          <p:cNvSpPr txBox="1"/>
          <p:nvPr/>
        </p:nvSpPr>
        <p:spPr>
          <a:xfrm>
            <a:off x="253485" y="1770828"/>
            <a:ext cx="2845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Parts tree (</a:t>
            </a:r>
            <a:r>
              <a:rPr lang="en-US" sz="1600">
                <a:solidFill>
                  <a:schemeClr val="tx2">
                    <a:lumMod val="50000"/>
                    <a:lumOff val="50000"/>
                  </a:schemeClr>
                </a:solidFill>
              </a:rPr>
              <a:t>scrolling list</a:t>
            </a:r>
            <a:endParaRPr lang="en-US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[show only relevant path(s)]</a:t>
            </a:r>
            <a:endParaRPr lang="LID4096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9C9B89-0985-A9F4-077E-FAE8D74F4E59}"/>
              </a:ext>
            </a:extLst>
          </p:cNvPr>
          <p:cNvSpPr txBox="1"/>
          <p:nvPr/>
        </p:nvSpPr>
        <p:spPr>
          <a:xfrm>
            <a:off x="3901045" y="1794900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AB43A0-62CE-B5F3-C44B-63923AC7EF51}"/>
              </a:ext>
            </a:extLst>
          </p:cNvPr>
          <p:cNvSpPr txBox="1"/>
          <p:nvPr/>
        </p:nvSpPr>
        <p:spPr>
          <a:xfrm>
            <a:off x="3201112" y="1033126"/>
            <a:ext cx="7827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 Model Ranges 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BAD16F7-3E4E-84AE-B364-CCA273001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003586"/>
              </p:ext>
            </p:extLst>
          </p:nvPr>
        </p:nvGraphicFramePr>
        <p:xfrm>
          <a:off x="496445" y="2417159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2E3853E-A774-FA28-DB61-B413E7048685}"/>
              </a:ext>
            </a:extLst>
          </p:cNvPr>
          <p:cNvSpPr txBox="1"/>
          <p:nvPr/>
        </p:nvSpPr>
        <p:spPr>
          <a:xfrm>
            <a:off x="6570005" y="2330781"/>
            <a:ext cx="455376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sz="1000" dirty="0">
                <a:effectLst/>
              </a:rPr>
              <a:t>Applicability matches / filter list(s)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XK </a:t>
            </a:r>
            <a:r>
              <a:rPr lang="" sz="1000" dirty="0"/>
              <a:t>From VIN (A08929)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Coupe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Convertible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4.0 Litre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supercharged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Other Option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20”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Silverstone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Japan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RHD</a:t>
            </a:r>
            <a:endParaRPr lang="" sz="1000" dirty="0">
              <a:effectLst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84472C1-C8C3-6005-4193-F6FC9642BD03}"/>
              </a:ext>
            </a:extLst>
          </p:cNvPr>
          <p:cNvGrpSpPr/>
          <p:nvPr/>
        </p:nvGrpSpPr>
        <p:grpSpPr>
          <a:xfrm>
            <a:off x="5357339" y="4233439"/>
            <a:ext cx="2845302" cy="630942"/>
            <a:chOff x="4853634" y="5796327"/>
            <a:chExt cx="2845302" cy="6309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FB7E50-80BB-753B-4893-390C1E282814}"/>
                </a:ext>
              </a:extLst>
            </p:cNvPr>
            <p:cNvSpPr txBox="1"/>
            <p:nvPr/>
          </p:nvSpPr>
          <p:spPr>
            <a:xfrm>
              <a:off x="4853634" y="5796327"/>
              <a:ext cx="2845302" cy="6309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.Fan warning label [MJB7703AA] Item 1</a:t>
              </a:r>
            </a:p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Classic Part - Superceded</a:t>
              </a:r>
            </a:p>
            <a:p>
              <a:pPr algn="ctr"/>
              <a:r>
                <a:rPr lang="en-US" sz="1100" dirty="0">
                  <a:solidFill>
                    <a:srgbClr val="FF0000"/>
                  </a:solidFill>
                </a:rPr>
                <a:t>[Part name and Part exploding image]</a:t>
              </a:r>
              <a:endParaRPr lang="LID4096" sz="1100" dirty="0">
                <a:solidFill>
                  <a:srgbClr val="FF0000"/>
                </a:solidFill>
              </a:endParaRPr>
            </a:p>
          </p:txBody>
        </p:sp>
        <p:pic>
          <p:nvPicPr>
            <p:cNvPr id="23" name="Picture 22" descr="Jaguar Classic Part">
              <a:extLst>
                <a:ext uri="{FF2B5EF4-FFF2-40B4-BE49-F238E27FC236}">
                  <a16:creationId xmlns:a16="http://schemas.microsoft.com/office/drawing/2014/main" id="{93224B44-5E2F-7738-6D28-68DF7DF00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6204" y="6006116"/>
              <a:ext cx="219075" cy="219075"/>
            </a:xfrm>
            <a:prstGeom prst="rect">
              <a:avLst/>
            </a:prstGeom>
          </p:spPr>
        </p:pic>
        <p:pic>
          <p:nvPicPr>
            <p:cNvPr id="24" name="Picture 23" descr="Supersession">
              <a:extLst>
                <a:ext uri="{FF2B5EF4-FFF2-40B4-BE49-F238E27FC236}">
                  <a16:creationId xmlns:a16="http://schemas.microsoft.com/office/drawing/2014/main" id="{BEC95917-5880-048F-76F3-376B7A903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271646" y="6044216"/>
              <a:ext cx="190500" cy="180975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C45FF4-EEFB-B446-D7C4-C9226B97D96A}"/>
              </a:ext>
            </a:extLst>
          </p:cNvPr>
          <p:cNvSpPr/>
          <p:nvPr/>
        </p:nvSpPr>
        <p:spPr>
          <a:xfrm>
            <a:off x="122471" y="1770828"/>
            <a:ext cx="2976315" cy="642345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8E5B60B-ABAD-FB24-25C4-DD61D43E9207}"/>
              </a:ext>
            </a:extLst>
          </p:cNvPr>
          <p:cNvSpPr/>
          <p:nvPr/>
        </p:nvSpPr>
        <p:spPr>
          <a:xfrm>
            <a:off x="3201112" y="217275"/>
            <a:ext cx="7827672" cy="74386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4DDCFF-6D93-F85F-85FA-0E1418A85086}"/>
              </a:ext>
            </a:extLst>
          </p:cNvPr>
          <p:cNvSpPr txBox="1"/>
          <p:nvPr/>
        </p:nvSpPr>
        <p:spPr>
          <a:xfrm>
            <a:off x="7167302" y="278831"/>
            <a:ext cx="2719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Availability:</a:t>
            </a:r>
          </a:p>
          <a:p>
            <a:pPr algn="ctr"/>
            <a:r>
              <a:rPr lang="en-US" sz="900" dirty="0"/>
              <a:t>[Selection List of Stock available part qualities</a:t>
            </a:r>
          </a:p>
          <a:p>
            <a:pPr algn="ctr"/>
            <a:r>
              <a:rPr lang="en-US" sz="900" dirty="0"/>
              <a:t>A…E with descriptions]</a:t>
            </a:r>
            <a:endParaRPr lang="LID4096" sz="9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C20AF56-422F-376B-079B-56CAE9AEA370}"/>
              </a:ext>
            </a:extLst>
          </p:cNvPr>
          <p:cNvSpPr/>
          <p:nvPr/>
        </p:nvSpPr>
        <p:spPr>
          <a:xfrm>
            <a:off x="3168324" y="1794900"/>
            <a:ext cx="3193992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C184AB4-3A5A-CB4E-DD2D-64EA265478AB}"/>
              </a:ext>
            </a:extLst>
          </p:cNvPr>
          <p:cNvSpPr/>
          <p:nvPr/>
        </p:nvSpPr>
        <p:spPr>
          <a:xfrm>
            <a:off x="6461135" y="1794623"/>
            <a:ext cx="4662639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0CB1401-A237-018D-E021-6379FC0F57B3}"/>
              </a:ext>
            </a:extLst>
          </p:cNvPr>
          <p:cNvSpPr/>
          <p:nvPr/>
        </p:nvSpPr>
        <p:spPr>
          <a:xfrm>
            <a:off x="3201113" y="1033126"/>
            <a:ext cx="7827671" cy="682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CD2A034-4E76-CFD3-6537-DB021DC36714}"/>
              </a:ext>
            </a:extLst>
          </p:cNvPr>
          <p:cNvGrpSpPr/>
          <p:nvPr/>
        </p:nvGrpSpPr>
        <p:grpSpPr>
          <a:xfrm>
            <a:off x="8066009" y="2529603"/>
            <a:ext cx="1527908" cy="445291"/>
            <a:chOff x="11626560" y="4891658"/>
            <a:chExt cx="1527908" cy="44529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D25B9A8-3B9B-5153-D2A9-6BC407A702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626560" y="4891658"/>
              <a:ext cx="190500" cy="1905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10A92E-A68D-664F-4DA6-9516D354DE86}"/>
                </a:ext>
              </a:extLst>
            </p:cNvPr>
            <p:cNvSpPr txBox="1"/>
            <p:nvPr/>
          </p:nvSpPr>
          <p:spPr>
            <a:xfrm>
              <a:off x="11817060" y="4936839"/>
              <a:ext cx="133740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(</a:t>
              </a:r>
              <a:r>
                <a:rPr lang="en-US" sz="1000" dirty="0" err="1"/>
                <a:t>i</a:t>
              </a:r>
              <a:r>
                <a:rPr lang="en-US" sz="1000" dirty="0"/>
                <a:t>) Icon is link to open</a:t>
              </a:r>
            </a:p>
            <a:p>
              <a:pPr algn="ctr"/>
              <a:r>
                <a:rPr lang="en-US" sz="500" dirty="0"/>
                <a:t>[Model Family &amp; Year Introduction </a:t>
              </a:r>
              <a:br>
                <a:rPr lang="en-US" sz="500" dirty="0"/>
              </a:br>
              <a:r>
                <a:rPr lang="en-US" sz="500" dirty="0"/>
                <a:t>PDF Document]</a:t>
              </a:r>
              <a:endParaRPr lang="LID4096" sz="500" dirty="0"/>
            </a:p>
          </p:txBody>
        </p:sp>
      </p:grp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24F25CB-340D-C6A3-4DD6-45D7B45D8A0C}"/>
              </a:ext>
            </a:extLst>
          </p:cNvPr>
          <p:cNvSpPr/>
          <p:nvPr/>
        </p:nvSpPr>
        <p:spPr>
          <a:xfrm>
            <a:off x="3148196" y="4233716"/>
            <a:ext cx="7975577" cy="24070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CCA70B1-F593-96DA-9E2B-6A4CF1D0B2B2}"/>
              </a:ext>
            </a:extLst>
          </p:cNvPr>
          <p:cNvSpPr/>
          <p:nvPr/>
        </p:nvSpPr>
        <p:spPr>
          <a:xfrm>
            <a:off x="137705" y="217275"/>
            <a:ext cx="2976315" cy="149199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4D0859-D71B-9F6E-1178-5695507839BB}"/>
              </a:ext>
            </a:extLst>
          </p:cNvPr>
          <p:cNvSpPr txBox="1"/>
          <p:nvPr/>
        </p:nvSpPr>
        <p:spPr>
          <a:xfrm>
            <a:off x="274342" y="252900"/>
            <a:ext cx="280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Logos and instructions etc</a:t>
            </a: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2B1F46-BC3D-86B5-4969-535AB0FEA2A6}"/>
              </a:ext>
            </a:extLst>
          </p:cNvPr>
          <p:cNvSpPr txBox="1"/>
          <p:nvPr/>
        </p:nvSpPr>
        <p:spPr>
          <a:xfrm>
            <a:off x="253485" y="863848"/>
            <a:ext cx="1771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Flags Language </a:t>
            </a:r>
            <a:br>
              <a:rPr lang="en-GB" dirty="0"/>
            </a:br>
            <a:r>
              <a:rPr lang="en-GB" dirty="0"/>
              <a:t>[UI]  [Parts]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519818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5283501" y="3089640"/>
            <a:ext cx="1816654" cy="197660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4018468" y="90849"/>
            <a:ext cx="4515635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Search part #: </a:t>
            </a:r>
            <a:r>
              <a:rPr lang="" dirty="0"/>
              <a:t>MJB7703AA</a:t>
            </a:r>
            <a:endParaRPr lang="en-US" dirty="0"/>
          </a:p>
          <a:p>
            <a:pPr algn="ctr"/>
            <a:r>
              <a:rPr lang="en-US" sz="1050" dirty="0"/>
              <a:t>[when empty update Model Ranges and suitability tree to</a:t>
            </a:r>
          </a:p>
          <a:p>
            <a:pPr algn="ctr"/>
            <a:r>
              <a:rPr lang="en-US" sz="1050" dirty="0"/>
              <a:t>show all models and main levels which parts stock has]</a:t>
            </a:r>
            <a:endParaRPr lang="LID4096" sz="10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8" y="1453227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5905" y="1226742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CE6B41-E4B8-CFCC-62E0-F5ECF165721C}"/>
              </a:ext>
            </a:extLst>
          </p:cNvPr>
          <p:cNvSpPr txBox="1"/>
          <p:nvPr/>
        </p:nvSpPr>
        <p:spPr>
          <a:xfrm>
            <a:off x="9387575" y="844166"/>
            <a:ext cx="1527982" cy="2092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   Jaguar Accessories</a:t>
            </a:r>
          </a:p>
          <a:p>
            <a:r>
              <a:rPr lang="en-US" sz="1000" dirty="0"/>
              <a:t>   Daimler Limousine</a:t>
            </a:r>
          </a:p>
          <a:p>
            <a:r>
              <a:rPr lang="en-US" sz="1000" dirty="0"/>
              <a:t>   E-Pace</a:t>
            </a:r>
          </a:p>
          <a:p>
            <a:r>
              <a:rPr lang="en-US" sz="1000" dirty="0"/>
              <a:t>   E-Type</a:t>
            </a:r>
          </a:p>
          <a:p>
            <a:r>
              <a:rPr lang="en-US" sz="1000" dirty="0"/>
              <a:t>   F-Pace</a:t>
            </a:r>
          </a:p>
          <a:p>
            <a:r>
              <a:rPr lang="en-US" sz="1000" dirty="0"/>
              <a:t>   F-Type</a:t>
            </a:r>
          </a:p>
          <a:p>
            <a:r>
              <a:rPr lang="en-US" sz="1000" dirty="0"/>
              <a:t>   S-Type</a:t>
            </a:r>
          </a:p>
          <a:p>
            <a:r>
              <a:rPr lang="en-US" sz="1000" dirty="0"/>
              <a:t>   X-Type</a:t>
            </a:r>
          </a:p>
          <a:p>
            <a:r>
              <a:rPr lang="en-US" sz="1000" dirty="0"/>
              <a:t>   XE Range</a:t>
            </a:r>
          </a:p>
          <a:p>
            <a:r>
              <a:rPr lang="en-US" sz="1000" dirty="0"/>
              <a:t>   XF Range</a:t>
            </a:r>
          </a:p>
          <a:p>
            <a:r>
              <a:rPr lang="en-US" sz="1000" dirty="0"/>
              <a:t>   XJ Range</a:t>
            </a:r>
          </a:p>
          <a:p>
            <a:r>
              <a:rPr lang="en-US" sz="1000" dirty="0"/>
              <a:t>   XJS Coupe/Convertible</a:t>
            </a:r>
          </a:p>
          <a:p>
            <a:r>
              <a:rPr lang="en-US" sz="1000" dirty="0"/>
              <a:t>[x]  XK Range (Modern)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32A01-223B-A6C7-014B-B2FB1D8D6A5C}"/>
              </a:ext>
            </a:extLst>
          </p:cNvPr>
          <p:cNvSpPr txBox="1"/>
          <p:nvPr/>
        </p:nvSpPr>
        <p:spPr>
          <a:xfrm>
            <a:off x="2911635" y="5066245"/>
            <a:ext cx="5461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Suitability:</a:t>
            </a:r>
            <a:b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[Scrolling list] [&lt;Models&gt;&lt;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-&gt; 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specificatios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5DBDF-2412-7614-B3C5-ECFD73253A87}"/>
              </a:ext>
            </a:extLst>
          </p:cNvPr>
          <p:cNvSpPr txBox="1"/>
          <p:nvPr/>
        </p:nvSpPr>
        <p:spPr>
          <a:xfrm>
            <a:off x="259590" y="217275"/>
            <a:ext cx="3080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</a:p>
          <a:p>
            <a:r>
              <a:rPr lang="en-US" dirty="0">
                <a:solidFill>
                  <a:schemeClr val="accent6"/>
                </a:solidFill>
              </a:rPr>
              <a:t>[show only relevant path(s)]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A329E-367A-5819-5C26-75A94A008574}"/>
              </a:ext>
            </a:extLst>
          </p:cNvPr>
          <p:cNvSpPr txBox="1"/>
          <p:nvPr/>
        </p:nvSpPr>
        <p:spPr>
          <a:xfrm>
            <a:off x="4849581" y="2629030"/>
            <a:ext cx="25082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" sz="1100" dirty="0">
                <a:solidFill>
                  <a:srgbClr val="FF0000"/>
                </a:solidFill>
              </a:rPr>
              <a:t>.Fan warning label</a:t>
            </a:r>
          </a:p>
          <a:p>
            <a:pPr algn="ctr"/>
            <a:r>
              <a:rPr lang="en-US" sz="1100" dirty="0">
                <a:solidFill>
                  <a:srgbClr val="FF0000"/>
                </a:solidFill>
              </a:rPr>
              <a:t>[Part name and Part exploding image]</a:t>
            </a:r>
            <a:endParaRPr lang="LID4096" sz="11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0E95DA-FF3E-54C7-E8B5-8FA7445FA6C8}"/>
              </a:ext>
            </a:extLst>
          </p:cNvPr>
          <p:cNvSpPr txBox="1"/>
          <p:nvPr/>
        </p:nvSpPr>
        <p:spPr>
          <a:xfrm>
            <a:off x="5412010" y="827687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1D180-810F-6A5D-42B5-6CE7AC5FFE2F}"/>
              </a:ext>
            </a:extLst>
          </p:cNvPr>
          <p:cNvSpPr txBox="1"/>
          <p:nvPr/>
        </p:nvSpPr>
        <p:spPr>
          <a:xfrm>
            <a:off x="9387575" y="340386"/>
            <a:ext cx="25171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Suitaility</a:t>
            </a:r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Model Ranges</a:t>
            </a:r>
          </a:p>
          <a:p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BD331D-D0F9-4EEC-D2B6-6110619F9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783204"/>
              </p:ext>
            </p:extLst>
          </p:nvPr>
        </p:nvGraphicFramePr>
        <p:xfrm>
          <a:off x="502551" y="863606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0DFF232-6DB0-C84F-ACDD-518B88204695}"/>
              </a:ext>
            </a:extLst>
          </p:cNvPr>
          <p:cNvSpPr txBox="1"/>
          <p:nvPr/>
        </p:nvSpPr>
        <p:spPr>
          <a:xfrm>
            <a:off x="3102135" y="5551739"/>
            <a:ext cx="66715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000" dirty="0">
                <a:effectLst/>
              </a:rPr>
              <a:t>XK8 Coupe/Convertible From (V) A00083 To (V) A30644 </a:t>
            </a:r>
            <a:r>
              <a:rPr lang="" sz="1000" dirty="0"/>
              <a:t>→ 4.0 Litre supercharged  From VIN (A08929) Other Option</a:t>
            </a:r>
            <a:endParaRPr lang="" sz="1000" dirty="0">
              <a:effectLst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5A07B97-2BA8-76A9-FD1D-631AC14BE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1635" y="5583242"/>
            <a:ext cx="190500" cy="190500"/>
          </a:xfrm>
          <a:prstGeom prst="rect">
            <a:avLst/>
          </a:prstGeom>
        </p:spPr>
      </p:pic>
      <p:pic>
        <p:nvPicPr>
          <p:cNvPr id="23" name="Picture 22" descr="Jaguar Classic Part">
            <a:extLst>
              <a:ext uri="{FF2B5EF4-FFF2-40B4-BE49-F238E27FC236}">
                <a16:creationId xmlns:a16="http://schemas.microsoft.com/office/drawing/2014/main" id="{43AF535D-4EEA-343F-4B96-423765E9BB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1080" y="2587824"/>
            <a:ext cx="219075" cy="219075"/>
          </a:xfrm>
          <a:prstGeom prst="rect">
            <a:avLst/>
          </a:prstGeom>
        </p:spPr>
      </p:pic>
      <p:pic>
        <p:nvPicPr>
          <p:cNvPr id="24" name="Picture 23" descr="Supersession">
            <a:extLst>
              <a:ext uri="{FF2B5EF4-FFF2-40B4-BE49-F238E27FC236}">
                <a16:creationId xmlns:a16="http://schemas.microsoft.com/office/drawing/2014/main" id="{48FB78E7-566D-5527-7EFD-81CE50A3A7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1979" y="2629030"/>
            <a:ext cx="190500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0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4430195" y="1403725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D7EE9F-93A4-171B-B0BC-6143C2332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9" y="887192"/>
            <a:ext cx="2384814" cy="50836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792952" y="298597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/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406" y="2068792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6406" y="788054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061092C-AB6C-6C43-0A5E-21E6DD2BC8B6}"/>
              </a:ext>
            </a:extLst>
          </p:cNvPr>
          <p:cNvGrpSpPr/>
          <p:nvPr/>
        </p:nvGrpSpPr>
        <p:grpSpPr>
          <a:xfrm>
            <a:off x="8675449" y="3593015"/>
            <a:ext cx="1944266" cy="3071319"/>
            <a:chOff x="643007" y="2222155"/>
            <a:chExt cx="2968314" cy="367362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F173F8-0BDF-4EF9-A396-1EC172C3441A}"/>
                </a:ext>
              </a:extLst>
            </p:cNvPr>
            <p:cNvGrpSpPr/>
            <p:nvPr/>
          </p:nvGrpSpPr>
          <p:grpSpPr>
            <a:xfrm>
              <a:off x="652060" y="2222155"/>
              <a:ext cx="2422433" cy="3096684"/>
              <a:chOff x="9379390" y="2289187"/>
              <a:chExt cx="2422433" cy="309668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D5E44A3-82CB-67C5-4137-A3576E9E81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8240"/>
              <a:stretch>
                <a:fillRect/>
              </a:stretch>
            </p:blipFill>
            <p:spPr>
              <a:xfrm>
                <a:off x="9633551" y="2289187"/>
                <a:ext cx="2168272" cy="2927362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C2719A-18CE-2059-A009-58103DF2700C}"/>
                  </a:ext>
                </a:extLst>
              </p:cNvPr>
              <p:cNvSpPr txBox="1"/>
              <p:nvPr/>
            </p:nvSpPr>
            <p:spPr>
              <a:xfrm>
                <a:off x="9379390" y="5124261"/>
                <a:ext cx="2632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X</a:t>
                </a:r>
                <a:endParaRPr lang="LID4096" sz="1100" dirty="0"/>
              </a:p>
            </p:txBody>
          </p:sp>
        </p:grp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108D194-AB9C-51D4-60E9-2E9694FD5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4E3206D-6FA0-CA3F-C4E7-E408944DF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4E7EEB-1421-A908-FF76-23A676C9B8D2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482825D-4A3D-0B8B-BC09-F194AD4075B6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D01BC5-85DA-6A34-1A03-7E6A5F52696C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9894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49B5-9C24-2CAD-EB48-3BC5BE1F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4E17B3-C51B-4A81-2498-8795E55EF1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3968232" y="2095967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ED45E7-E43E-3F47-7583-A9D33A742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30" y="1848244"/>
            <a:ext cx="1951444" cy="41598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92CE113-61A7-C569-1DF0-81293841D7E8}"/>
              </a:ext>
            </a:extLst>
          </p:cNvPr>
          <p:cNvSpPr txBox="1"/>
          <p:nvPr/>
        </p:nvSpPr>
        <p:spPr>
          <a:xfrm>
            <a:off x="796480" y="596074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8A9D272-63E3-BE90-CF6C-32A381C51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0935" y="2235771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28847938-95AE-AE6E-799A-B0D5A1F26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58813" y="3484628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0F871743-C1EB-0388-3B1F-2F425BB8A324}"/>
              </a:ext>
            </a:extLst>
          </p:cNvPr>
          <p:cNvGrpSpPr/>
          <p:nvPr/>
        </p:nvGrpSpPr>
        <p:grpSpPr>
          <a:xfrm>
            <a:off x="8558813" y="5449081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8F14DF1-4CFB-8E28-53EB-E2B6F1BA6672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39CC26-5929-9792-62C3-79783F4D4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0903DA1-69F1-2154-5EC0-A8F19654D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4D3DC2E-EB21-4733-219E-DC21F02D304B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005717-35DE-0063-34CD-B29A727009CB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E12F5E-34D0-ED44-F585-1BB6C51FB5E4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96AA6E5-DAC2-65C0-244F-D0DF7498DFC6}"/>
              </a:ext>
            </a:extLst>
          </p:cNvPr>
          <p:cNvSpPr txBox="1"/>
          <p:nvPr/>
        </p:nvSpPr>
        <p:spPr>
          <a:xfrm>
            <a:off x="796480" y="1475711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38344-ABA0-77EF-FB7A-5A9FD3843276}"/>
              </a:ext>
            </a:extLst>
          </p:cNvPr>
          <p:cNvSpPr txBox="1"/>
          <p:nvPr/>
        </p:nvSpPr>
        <p:spPr>
          <a:xfrm>
            <a:off x="4122751" y="1555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EEBB80-611D-75DB-9C11-AFD8A8E1602E}"/>
              </a:ext>
            </a:extLst>
          </p:cNvPr>
          <p:cNvSpPr txBox="1"/>
          <p:nvPr/>
        </p:nvSpPr>
        <p:spPr>
          <a:xfrm>
            <a:off x="8581148" y="4821867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46A9CD-4EEA-664C-9DB0-B3056BB2D116}"/>
              </a:ext>
            </a:extLst>
          </p:cNvPr>
          <p:cNvSpPr txBox="1"/>
          <p:nvPr/>
        </p:nvSpPr>
        <p:spPr>
          <a:xfrm>
            <a:off x="8500935" y="1475711"/>
            <a:ext cx="1728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  <a:p>
            <a:r>
              <a:rPr lang="en-US" dirty="0">
                <a:solidFill>
                  <a:srgbClr val="FFC000"/>
                </a:solidFill>
              </a:rPr>
              <a:t>Front, Middle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66FB66-DBAC-3B78-377A-C828D29CC2A9}"/>
              </a:ext>
            </a:extLst>
          </p:cNvPr>
          <p:cNvSpPr/>
          <p:nvPr/>
        </p:nvSpPr>
        <p:spPr>
          <a:xfrm>
            <a:off x="8401617" y="2344848"/>
            <a:ext cx="413364" cy="6937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FB4E81-9089-5557-0364-52D6422AE1FA}"/>
              </a:ext>
            </a:extLst>
          </p:cNvPr>
          <p:cNvSpPr/>
          <p:nvPr/>
        </p:nvSpPr>
        <p:spPr>
          <a:xfrm>
            <a:off x="8408663" y="3311721"/>
            <a:ext cx="413364" cy="133723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B0791A-CECA-24AD-D12A-84E34DB04864}"/>
              </a:ext>
            </a:extLst>
          </p:cNvPr>
          <p:cNvSpPr/>
          <p:nvPr/>
        </p:nvSpPr>
        <p:spPr>
          <a:xfrm>
            <a:off x="1041150" y="4312815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10487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98244-B926-E8ED-62F3-0FAD2FB7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DD35B40-17C4-8B31-6BF7-44CC3A998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101" y="4832303"/>
            <a:ext cx="2001229" cy="12553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CF5DF76-7A2A-0BCC-3177-BF79492CBCED}"/>
              </a:ext>
            </a:extLst>
          </p:cNvPr>
          <p:cNvSpPr txBox="1"/>
          <p:nvPr/>
        </p:nvSpPr>
        <p:spPr>
          <a:xfrm>
            <a:off x="796480" y="70976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9FE9230-9817-20C6-6FE3-251F26074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935" y="1457179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B274E078-67CF-E049-7B3C-C226FE6B0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22601" y="2706036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47C2B94-28A4-21E8-6EE7-A68984548115}"/>
              </a:ext>
            </a:extLst>
          </p:cNvPr>
          <p:cNvGrpSpPr/>
          <p:nvPr/>
        </p:nvGrpSpPr>
        <p:grpSpPr>
          <a:xfrm>
            <a:off x="8558813" y="4670489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EB4A7E9-426C-09CB-33CC-84F4A7156B5D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3300E67-EE62-A264-1820-23913AC0F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0A301B0-FEE6-A2CA-9427-D231C63E5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9F4ACB-1812-53B6-0231-BD81795E956D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B93EDA8-4DB6-14A8-D561-8371E4B8EBAC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5D3E702-519E-B073-7FCC-FCF691625C8F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58DAE09-974A-93BE-8C62-7E2F13DBEEDF}"/>
              </a:ext>
            </a:extLst>
          </p:cNvPr>
          <p:cNvSpPr txBox="1"/>
          <p:nvPr/>
        </p:nvSpPr>
        <p:spPr>
          <a:xfrm>
            <a:off x="796480" y="479836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EAEF8-E905-0D45-FEA7-E50CAC921AC6}"/>
              </a:ext>
            </a:extLst>
          </p:cNvPr>
          <p:cNvSpPr txBox="1"/>
          <p:nvPr/>
        </p:nvSpPr>
        <p:spPr>
          <a:xfrm>
            <a:off x="4140858" y="591770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7AC800-7CE7-FC8A-BDE7-4C93A023FE32}"/>
              </a:ext>
            </a:extLst>
          </p:cNvPr>
          <p:cNvSpPr txBox="1"/>
          <p:nvPr/>
        </p:nvSpPr>
        <p:spPr>
          <a:xfrm>
            <a:off x="8581148" y="4043275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7391BD-35F0-FDF2-D9CF-3D00A05D65B8}"/>
              </a:ext>
            </a:extLst>
          </p:cNvPr>
          <p:cNvSpPr txBox="1"/>
          <p:nvPr/>
        </p:nvSpPr>
        <p:spPr>
          <a:xfrm>
            <a:off x="8290275" y="637937"/>
            <a:ext cx="2378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 </a:t>
            </a:r>
            <a:br>
              <a:rPr lang="en-US" dirty="0">
                <a:solidFill>
                  <a:srgbClr val="FFC000"/>
                </a:solidFill>
              </a:rPr>
            </a:br>
            <a:r>
              <a:rPr lang="en-US" dirty="0">
                <a:solidFill>
                  <a:srgbClr val="FFC000"/>
                </a:solidFill>
              </a:rPr>
              <a:t>Front, Rear, Left, Right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8542B5-1D9F-BF52-2B05-1FFC58AE037F}"/>
              </a:ext>
            </a:extLst>
          </p:cNvPr>
          <p:cNvSpPr/>
          <p:nvPr/>
        </p:nvSpPr>
        <p:spPr>
          <a:xfrm>
            <a:off x="8408663" y="1788051"/>
            <a:ext cx="1047354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D3D23B-2EE1-5B91-24B6-F6450F8B54F8}"/>
              </a:ext>
            </a:extLst>
          </p:cNvPr>
          <p:cNvSpPr/>
          <p:nvPr/>
        </p:nvSpPr>
        <p:spPr>
          <a:xfrm>
            <a:off x="8408663" y="2533129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379779-7AB3-FC83-1AA3-F7666FA5EDD9}"/>
              </a:ext>
            </a:extLst>
          </p:cNvPr>
          <p:cNvSpPr/>
          <p:nvPr/>
        </p:nvSpPr>
        <p:spPr>
          <a:xfrm>
            <a:off x="1509466" y="5746366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886AE-09A8-25E4-B838-1987BAFB7BD3}"/>
              </a:ext>
            </a:extLst>
          </p:cNvPr>
          <p:cNvSpPr/>
          <p:nvPr/>
        </p:nvSpPr>
        <p:spPr>
          <a:xfrm>
            <a:off x="8408663" y="3481061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797AE8-1E35-93F6-9907-B93728018D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0704" r="69967" b="8404"/>
          <a:stretch>
            <a:fillRect/>
          </a:stretch>
        </p:blipFill>
        <p:spPr>
          <a:xfrm>
            <a:off x="783580" y="845771"/>
            <a:ext cx="2331792" cy="36295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84F8B4-8BEC-CCDC-1FFB-F77109465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7386" t="60576" r="53285" b="34883"/>
          <a:stretch>
            <a:fillRect/>
          </a:stretch>
        </p:blipFill>
        <p:spPr>
          <a:xfrm>
            <a:off x="959158" y="4455467"/>
            <a:ext cx="724277" cy="20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452D9AE-66C9-94BD-7854-06D1451D9E7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4336" t="26758" b="69764"/>
          <a:stretch>
            <a:fillRect/>
          </a:stretch>
        </p:blipFill>
        <p:spPr>
          <a:xfrm>
            <a:off x="1032548" y="4674735"/>
            <a:ext cx="1992504" cy="1560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48400E-1F83-BA53-32D7-62957055D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91769" r="69967"/>
          <a:stretch>
            <a:fillRect/>
          </a:stretch>
        </p:blipFill>
        <p:spPr>
          <a:xfrm>
            <a:off x="777864" y="6193497"/>
            <a:ext cx="2331792" cy="36933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D3EA8C-D082-9CA5-EA39-DFC2E0FD8C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34" y="2018375"/>
            <a:ext cx="3124636" cy="35533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BDA569-F5C9-936B-18D4-539AFD2F4E0F}"/>
              </a:ext>
            </a:extLst>
          </p:cNvPr>
          <p:cNvSpPr/>
          <p:nvPr/>
        </p:nvSpPr>
        <p:spPr>
          <a:xfrm>
            <a:off x="10243896" y="1788050"/>
            <a:ext cx="1047355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52807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629</Words>
  <Application>Microsoft Office PowerPoint</Application>
  <PresentationFormat>Widescreen</PresentationFormat>
  <Paragraphs>138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Tomi Lind</dc:creator>
  <cp:lastModifiedBy>Tomi Lind</cp:lastModifiedBy>
  <cp:revision>1</cp:revision>
  <dcterms:created xsi:type="dcterms:W3CDTF">2026-09-03T23:57:10Z</dcterms:created>
  <dcterms:modified xsi:type="dcterms:W3CDTF">2026-09-14T05:55:14Z</dcterms:modified>
</cp:coreProperties>
</file>