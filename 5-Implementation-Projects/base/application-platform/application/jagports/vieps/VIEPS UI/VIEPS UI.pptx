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30729C-4AD6-4CF8-B0BE-9DBCBC776536}" v="12" dt="2026-09-04T01:11:15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i Lind" userId="8de46aee-b41d-491b-a3c8-daf1b5776a2e" providerId="ADAL" clId="{DA4176E6-4A74-4541-B8FC-EC14009AAF7D}"/>
    <pc:docChg chg="undo custSel addSld modSld">
      <pc:chgData name="Tomi Lind" userId="8de46aee-b41d-491b-a3c8-daf1b5776a2e" providerId="ADAL" clId="{DA4176E6-4A74-4541-B8FC-EC14009AAF7D}" dt="2026-09-04T01:25:53.901" v="651" actId="14100"/>
      <pc:docMkLst>
        <pc:docMk/>
      </pc:docMkLst>
      <pc:sldChg chg="addSp delSp modSp new mod">
        <pc:chgData name="Tomi Lind" userId="8de46aee-b41d-491b-a3c8-daf1b5776a2e" providerId="ADAL" clId="{DA4176E6-4A74-4541-B8FC-EC14009AAF7D}" dt="2026-09-04T01:10:29.981" v="339" actId="1076"/>
        <pc:sldMkLst>
          <pc:docMk/>
          <pc:sldMk cId="3629894088" sldId="256"/>
        </pc:sldMkLst>
        <pc:spChg chg="del">
          <ac:chgData name="Tomi Lind" userId="8de46aee-b41d-491b-a3c8-daf1b5776a2e" providerId="ADAL" clId="{DA4176E6-4A74-4541-B8FC-EC14009AAF7D}" dt="2026-09-03T23:58:26.340" v="1" actId="478"/>
          <ac:spMkLst>
            <pc:docMk/>
            <pc:sldMk cId="3629894088" sldId="256"/>
            <ac:spMk id="2" creationId="{4E942987-8D74-39F1-E418-35EEDB9E8691}"/>
          </ac:spMkLst>
        </pc:spChg>
        <pc:spChg chg="del">
          <ac:chgData name="Tomi Lind" userId="8de46aee-b41d-491b-a3c8-daf1b5776a2e" providerId="ADAL" clId="{DA4176E6-4A74-4541-B8FC-EC14009AAF7D}" dt="2026-09-03T23:58:29.085" v="2" actId="478"/>
          <ac:spMkLst>
            <pc:docMk/>
            <pc:sldMk cId="3629894088" sldId="256"/>
            <ac:spMk id="3" creationId="{4D95838A-6B0F-1635-3B98-F6C73CFD7117}"/>
          </ac:spMkLst>
        </pc:spChg>
        <pc:spChg chg="add del mod">
          <ac:chgData name="Tomi Lind" userId="8de46aee-b41d-491b-a3c8-daf1b5776a2e" providerId="ADAL" clId="{DA4176E6-4A74-4541-B8FC-EC14009AAF7D}" dt="2026-09-04T00:06:12.247" v="123"/>
          <ac:spMkLst>
            <pc:docMk/>
            <pc:sldMk cId="3629894088" sldId="256"/>
            <ac:spMk id="19" creationId="{AFC1B12B-6990-2FEB-1127-6A4254F477BD}"/>
          </ac:spMkLst>
        </pc:spChg>
        <pc:spChg chg="add mod">
          <ac:chgData name="Tomi Lind" userId="8de46aee-b41d-491b-a3c8-daf1b5776a2e" providerId="ADAL" clId="{DA4176E6-4A74-4541-B8FC-EC14009AAF7D}" dt="2026-09-04T01:08:25.974" v="303" actId="1076"/>
          <ac:spMkLst>
            <pc:docMk/>
            <pc:sldMk cId="3629894088" sldId="256"/>
            <ac:spMk id="21" creationId="{AD9849FD-388C-9D95-EE93-4992E36D7939}"/>
          </ac:spMkLst>
        </pc:spChg>
        <pc:spChg chg="add del mod">
          <ac:chgData name="Tomi Lind" userId="8de46aee-b41d-491b-a3c8-daf1b5776a2e" providerId="ADAL" clId="{DA4176E6-4A74-4541-B8FC-EC14009AAF7D}" dt="2026-09-04T01:03:20.699" v="248" actId="478"/>
          <ac:spMkLst>
            <pc:docMk/>
            <pc:sldMk cId="3629894088" sldId="256"/>
            <ac:spMk id="23" creationId="{48C4B5E2-6087-DAFA-2120-ADF9BA893697}"/>
          </ac:spMkLst>
        </pc:spChg>
        <pc:spChg chg="add del mod">
          <ac:chgData name="Tomi Lind" userId="8de46aee-b41d-491b-a3c8-daf1b5776a2e" providerId="ADAL" clId="{DA4176E6-4A74-4541-B8FC-EC14009AAF7D}" dt="2026-09-04T01:03:39.975" v="250" actId="478"/>
          <ac:spMkLst>
            <pc:docMk/>
            <pc:sldMk cId="3629894088" sldId="256"/>
            <ac:spMk id="25" creationId="{BF37BDD9-A351-5746-70AF-C7884F3EE1B2}"/>
          </ac:spMkLst>
        </pc:spChg>
        <pc:spChg chg="add mod">
          <ac:chgData name="Tomi Lind" userId="8de46aee-b41d-491b-a3c8-daf1b5776a2e" providerId="ADAL" clId="{DA4176E6-4A74-4541-B8FC-EC14009AAF7D}" dt="2026-09-04T01:00:12.638" v="203" actId="164"/>
          <ac:spMkLst>
            <pc:docMk/>
            <pc:sldMk cId="3629894088" sldId="256"/>
            <ac:spMk id="26" creationId="{36C2719A-18CE-2059-A009-58103DF2700C}"/>
          </ac:spMkLst>
        </pc:spChg>
        <pc:spChg chg="del mod topLvl">
          <ac:chgData name="Tomi Lind" userId="8de46aee-b41d-491b-a3c8-daf1b5776a2e" providerId="ADAL" clId="{DA4176E6-4A74-4541-B8FC-EC14009AAF7D}" dt="2026-09-04T01:05:27.873" v="263" actId="478"/>
          <ac:spMkLst>
            <pc:docMk/>
            <pc:sldMk cId="3629894088" sldId="256"/>
            <ac:spMk id="40" creationId="{880785D2-5EBA-7C7C-8B5B-07283F43B5B6}"/>
          </ac:spMkLst>
        </pc:spChg>
        <pc:spChg chg="add mod">
          <ac:chgData name="Tomi Lind" userId="8de46aee-b41d-491b-a3c8-daf1b5776a2e" providerId="ADAL" clId="{DA4176E6-4A74-4541-B8FC-EC14009AAF7D}" dt="2026-09-04T01:06:46.746" v="278" actId="164"/>
          <ac:spMkLst>
            <pc:docMk/>
            <pc:sldMk cId="3629894088" sldId="256"/>
            <ac:spMk id="42" creationId="{144E7EEB-1421-A908-FF76-23A676C9B8D2}"/>
          </ac:spMkLst>
        </pc:spChg>
        <pc:spChg chg="add mod">
          <ac:chgData name="Tomi Lind" userId="8de46aee-b41d-491b-a3c8-daf1b5776a2e" providerId="ADAL" clId="{DA4176E6-4A74-4541-B8FC-EC14009AAF7D}" dt="2026-09-04T01:06:46.746" v="278" actId="164"/>
          <ac:spMkLst>
            <pc:docMk/>
            <pc:sldMk cId="3629894088" sldId="256"/>
            <ac:spMk id="44" creationId="{A482825D-4A3D-0B8B-BC09-F194AD4075B6}"/>
          </ac:spMkLst>
        </pc:spChg>
        <pc:spChg chg="add mod">
          <ac:chgData name="Tomi Lind" userId="8de46aee-b41d-491b-a3c8-daf1b5776a2e" providerId="ADAL" clId="{DA4176E6-4A74-4541-B8FC-EC14009AAF7D}" dt="2026-09-04T01:06:46.746" v="278" actId="164"/>
          <ac:spMkLst>
            <pc:docMk/>
            <pc:sldMk cId="3629894088" sldId="256"/>
            <ac:spMk id="46" creationId="{80D01BC5-85DA-6A34-1A03-7E6A5F52696C}"/>
          </ac:spMkLst>
        </pc:spChg>
        <pc:grpChg chg="add mod">
          <ac:chgData name="Tomi Lind" userId="8de46aee-b41d-491b-a3c8-daf1b5776a2e" providerId="ADAL" clId="{DA4176E6-4A74-4541-B8FC-EC14009AAF7D}" dt="2026-09-04T01:06:46.746" v="278" actId="164"/>
          <ac:grpSpMkLst>
            <pc:docMk/>
            <pc:sldMk cId="3629894088" sldId="256"/>
            <ac:grpSpMk id="35" creationId="{64F173F8-0BDF-4EF9-A396-1EC172C3441A}"/>
          </ac:grpSpMkLst>
        </pc:grpChg>
        <pc:grpChg chg="add del mod">
          <ac:chgData name="Tomi Lind" userId="8de46aee-b41d-491b-a3c8-daf1b5776a2e" providerId="ADAL" clId="{DA4176E6-4A74-4541-B8FC-EC14009AAF7D}" dt="2026-09-04T01:05:24.857" v="262" actId="165"/>
          <ac:grpSpMkLst>
            <pc:docMk/>
            <pc:sldMk cId="3629894088" sldId="256"/>
            <ac:grpSpMk id="38" creationId="{F7F6EAAB-D592-CC2B-D18C-DAB9BC9CB858}"/>
          </ac:grpSpMkLst>
        </pc:grpChg>
        <pc:grpChg chg="add mod">
          <ac:chgData name="Tomi Lind" userId="8de46aee-b41d-491b-a3c8-daf1b5776a2e" providerId="ADAL" clId="{DA4176E6-4A74-4541-B8FC-EC14009AAF7D}" dt="2026-09-04T01:10:29.981" v="339" actId="1076"/>
          <ac:grpSpMkLst>
            <pc:docMk/>
            <pc:sldMk cId="3629894088" sldId="256"/>
            <ac:grpSpMk id="47" creationId="{F061092C-AB6C-6C43-0A5E-21E6DD2BC8B6}"/>
          </ac:grpSpMkLst>
        </pc:grpChg>
        <pc:graphicFrameChg chg="add del mod">
          <ac:chgData name="Tomi Lind" userId="8de46aee-b41d-491b-a3c8-daf1b5776a2e" providerId="ADAL" clId="{DA4176E6-4A74-4541-B8FC-EC14009AAF7D}" dt="2026-09-04T00:03:49.668" v="37" actId="478"/>
          <ac:graphicFrameMkLst>
            <pc:docMk/>
            <pc:sldMk cId="3629894088" sldId="256"/>
            <ac:graphicFrameMk id="16" creationId="{CDBB51FB-29A7-4FBB-DF5C-EBD3DA78D5C2}"/>
          </ac:graphicFrameMkLst>
        </pc:graphicFrameChg>
        <pc:picChg chg="add del mod">
          <ac:chgData name="Tomi Lind" userId="8de46aee-b41d-491b-a3c8-daf1b5776a2e" providerId="ADAL" clId="{DA4176E6-4A74-4541-B8FC-EC14009AAF7D}" dt="2026-09-04T00:01:00.419" v="18" actId="478"/>
          <ac:picMkLst>
            <pc:docMk/>
            <pc:sldMk cId="3629894088" sldId="256"/>
            <ac:picMk id="5" creationId="{4E0496E2-3631-0DE4-2347-19D37C807218}"/>
          </ac:picMkLst>
        </pc:picChg>
        <pc:picChg chg="add mod modCrop">
          <ac:chgData name="Tomi Lind" userId="8de46aee-b41d-491b-a3c8-daf1b5776a2e" providerId="ADAL" clId="{DA4176E6-4A74-4541-B8FC-EC14009AAF7D}" dt="2026-09-04T01:05:09.981" v="260" actId="732"/>
          <ac:picMkLst>
            <pc:docMk/>
            <pc:sldMk cId="3629894088" sldId="256"/>
            <ac:picMk id="7" creationId="{2D5E44A3-82CB-67C5-4137-A3576E9E81DE}"/>
          </ac:picMkLst>
        </pc:picChg>
        <pc:picChg chg="add del mod">
          <ac:chgData name="Tomi Lind" userId="8de46aee-b41d-491b-a3c8-daf1b5776a2e" providerId="ADAL" clId="{DA4176E6-4A74-4541-B8FC-EC14009AAF7D}" dt="2026-09-04T00:00:58.902" v="17" actId="478"/>
          <ac:picMkLst>
            <pc:docMk/>
            <pc:sldMk cId="3629894088" sldId="256"/>
            <ac:picMk id="9" creationId="{38FCCB52-9EAD-C4C8-B07F-270E5ED9DA9E}"/>
          </ac:picMkLst>
        </pc:picChg>
        <pc:picChg chg="add del mod">
          <ac:chgData name="Tomi Lind" userId="8de46aee-b41d-491b-a3c8-daf1b5776a2e" providerId="ADAL" clId="{DA4176E6-4A74-4541-B8FC-EC14009AAF7D}" dt="2026-09-04T00:02:57.873" v="26" actId="478"/>
          <ac:picMkLst>
            <pc:docMk/>
            <pc:sldMk cId="3629894088" sldId="256"/>
            <ac:picMk id="11" creationId="{D59F6FF7-42C4-F311-E4CB-50A7E32B4BC0}"/>
          </ac:picMkLst>
        </pc:picChg>
        <pc:picChg chg="add mod modCrop">
          <ac:chgData name="Tomi Lind" userId="8de46aee-b41d-491b-a3c8-daf1b5776a2e" providerId="ADAL" clId="{DA4176E6-4A74-4541-B8FC-EC14009AAF7D}" dt="2026-09-04T01:10:03.152" v="330" actId="1076"/>
          <ac:picMkLst>
            <pc:docMk/>
            <pc:sldMk cId="3629894088" sldId="256"/>
            <ac:picMk id="13" creationId="{917D9344-98BA-1301-286A-B95D2C81DE37}"/>
          </ac:picMkLst>
        </pc:picChg>
        <pc:picChg chg="add mod">
          <ac:chgData name="Tomi Lind" userId="8de46aee-b41d-491b-a3c8-daf1b5776a2e" providerId="ADAL" clId="{DA4176E6-4A74-4541-B8FC-EC14009AAF7D}" dt="2026-09-04T01:09:38.496" v="321" actId="1076"/>
          <ac:picMkLst>
            <pc:docMk/>
            <pc:sldMk cId="3629894088" sldId="256"/>
            <ac:picMk id="15" creationId="{9BD7EE9F-93A4-171B-B0BC-6143C23324AE}"/>
          </ac:picMkLst>
        </pc:picChg>
        <pc:picChg chg="add mod">
          <ac:chgData name="Tomi Lind" userId="8de46aee-b41d-491b-a3c8-daf1b5776a2e" providerId="ADAL" clId="{DA4176E6-4A74-4541-B8FC-EC14009AAF7D}" dt="2026-09-04T00:03:43.231" v="36" actId="1076"/>
          <ac:picMkLst>
            <pc:docMk/>
            <pc:sldMk cId="3629894088" sldId="256"/>
            <ac:picMk id="17" creationId="{B0B7D4B3-1208-E393-CBBA-8ECDFA66535F}"/>
          </ac:picMkLst>
        </pc:picChg>
        <pc:picChg chg="add del mod">
          <ac:chgData name="Tomi Lind" userId="8de46aee-b41d-491b-a3c8-daf1b5776a2e" providerId="ADAL" clId="{DA4176E6-4A74-4541-B8FC-EC14009AAF7D}" dt="2026-09-04T00:08:37.122" v="166" actId="478"/>
          <ac:picMkLst>
            <pc:docMk/>
            <pc:sldMk cId="3629894088" sldId="256"/>
            <ac:picMk id="28" creationId="{0F489629-F217-474F-4E06-5D5F2CDBEECC}"/>
          </ac:picMkLst>
        </pc:picChg>
        <pc:picChg chg="add del mod modCrop">
          <ac:chgData name="Tomi Lind" userId="8de46aee-b41d-491b-a3c8-daf1b5776a2e" providerId="ADAL" clId="{DA4176E6-4A74-4541-B8FC-EC14009AAF7D}" dt="2026-09-04T00:57:44.011" v="174" actId="478"/>
          <ac:picMkLst>
            <pc:docMk/>
            <pc:sldMk cId="3629894088" sldId="256"/>
            <ac:picMk id="30" creationId="{11780FAF-DFB0-A04F-06EB-1E7C45E1FBC4}"/>
          </ac:picMkLst>
        </pc:picChg>
        <pc:picChg chg="add mod">
          <ac:chgData name="Tomi Lind" userId="8de46aee-b41d-491b-a3c8-daf1b5776a2e" providerId="ADAL" clId="{DA4176E6-4A74-4541-B8FC-EC14009AAF7D}" dt="2026-09-04T01:10:19.793" v="334" actId="1076"/>
          <ac:picMkLst>
            <pc:docMk/>
            <pc:sldMk cId="3629894088" sldId="256"/>
            <ac:picMk id="32" creationId="{C5A30AB2-A780-3DD0-CD13-995A1653E154}"/>
          </ac:picMkLst>
        </pc:picChg>
        <pc:picChg chg="add mod">
          <ac:chgData name="Tomi Lind" userId="8de46aee-b41d-491b-a3c8-daf1b5776a2e" providerId="ADAL" clId="{DA4176E6-4A74-4541-B8FC-EC14009AAF7D}" dt="2026-09-04T01:10:16.729" v="333" actId="1076"/>
          <ac:picMkLst>
            <pc:docMk/>
            <pc:sldMk cId="3629894088" sldId="256"/>
            <ac:picMk id="34" creationId="{1F5037B9-6B59-85AA-D13C-3367BB9D392E}"/>
          </ac:picMkLst>
        </pc:picChg>
        <pc:picChg chg="add mod">
          <ac:chgData name="Tomi Lind" userId="8de46aee-b41d-491b-a3c8-daf1b5776a2e" providerId="ADAL" clId="{DA4176E6-4A74-4541-B8FC-EC14009AAF7D}" dt="2026-09-04T01:06:46.746" v="278" actId="164"/>
          <ac:picMkLst>
            <pc:docMk/>
            <pc:sldMk cId="3629894088" sldId="256"/>
            <ac:picMk id="37" creationId="{7108D194-AB9C-51D4-60E9-2E9694FD54BD}"/>
          </ac:picMkLst>
        </pc:picChg>
        <pc:picChg chg="mod topLvl modCrop">
          <ac:chgData name="Tomi Lind" userId="8de46aee-b41d-491b-a3c8-daf1b5776a2e" providerId="ADAL" clId="{DA4176E6-4A74-4541-B8FC-EC14009AAF7D}" dt="2026-09-04T01:06:46.746" v="278" actId="164"/>
          <ac:picMkLst>
            <pc:docMk/>
            <pc:sldMk cId="3629894088" sldId="256"/>
            <ac:picMk id="39" creationId="{B4E3206D-6FA0-CA3F-C4E7-E408944DFADC}"/>
          </ac:picMkLst>
        </pc:picChg>
      </pc:sldChg>
      <pc:sldChg chg="addSp delSp modSp add mod">
        <pc:chgData name="Tomi Lind" userId="8de46aee-b41d-491b-a3c8-daf1b5776a2e" providerId="ADAL" clId="{DA4176E6-4A74-4541-B8FC-EC14009AAF7D}" dt="2026-09-04T01:17:36.293" v="532" actId="20577"/>
        <pc:sldMkLst>
          <pc:docMk/>
          <pc:sldMk cId="4210487034" sldId="257"/>
        </pc:sldMkLst>
        <pc:spChg chg="add del mod">
          <ac:chgData name="Tomi Lind" userId="8de46aee-b41d-491b-a3c8-daf1b5776a2e" providerId="ADAL" clId="{DA4176E6-4A74-4541-B8FC-EC14009AAF7D}" dt="2026-09-04T01:12:16.372" v="412"/>
          <ac:spMkLst>
            <pc:docMk/>
            <pc:sldMk cId="4210487034" sldId="257"/>
            <ac:spMk id="2" creationId="{7612E008-2EF7-47D6-A837-EADD1BE77677}"/>
          </ac:spMkLst>
        </pc:spChg>
        <pc:spChg chg="add mod">
          <ac:chgData name="Tomi Lind" userId="8de46aee-b41d-491b-a3c8-daf1b5776a2e" providerId="ADAL" clId="{DA4176E6-4A74-4541-B8FC-EC14009AAF7D}" dt="2026-09-04T01:14:09.184" v="460" actId="207"/>
          <ac:spMkLst>
            <pc:docMk/>
            <pc:sldMk cId="4210487034" sldId="257"/>
            <ac:spMk id="3" creationId="{F96AA6E5-DAC2-65C0-244F-D0DF7498DFC6}"/>
          </ac:spMkLst>
        </pc:spChg>
        <pc:spChg chg="add mod">
          <ac:chgData name="Tomi Lind" userId="8de46aee-b41d-491b-a3c8-daf1b5776a2e" providerId="ADAL" clId="{DA4176E6-4A74-4541-B8FC-EC14009AAF7D}" dt="2026-09-04T01:12:21.418" v="414" actId="207"/>
          <ac:spMkLst>
            <pc:docMk/>
            <pc:sldMk cId="4210487034" sldId="257"/>
            <ac:spMk id="5" creationId="{CBF38344-ABA0-77EF-FB7A-5A9FD3843276}"/>
          </ac:spMkLst>
        </pc:spChg>
        <pc:spChg chg="add mod">
          <ac:chgData name="Tomi Lind" userId="8de46aee-b41d-491b-a3c8-daf1b5776a2e" providerId="ADAL" clId="{DA4176E6-4A74-4541-B8FC-EC14009AAF7D}" dt="2026-09-04T01:12:43.357" v="430" actId="6549"/>
          <ac:spMkLst>
            <pc:docMk/>
            <pc:sldMk cId="4210487034" sldId="257"/>
            <ac:spMk id="8" creationId="{47EEBB80-611D-75DB-9C11-AFD8A8E1602E}"/>
          </ac:spMkLst>
        </pc:spChg>
        <pc:spChg chg="add del">
          <ac:chgData name="Tomi Lind" userId="8de46aee-b41d-491b-a3c8-daf1b5776a2e" providerId="ADAL" clId="{DA4176E6-4A74-4541-B8FC-EC14009AAF7D}" dt="2026-09-04T01:12:24.077" v="416" actId="22"/>
          <ac:spMkLst>
            <pc:docMk/>
            <pc:sldMk cId="4210487034" sldId="257"/>
            <ac:spMk id="10" creationId="{F1B68594-1921-A960-CE86-AB2E1ED01547}"/>
          </ac:spMkLst>
        </pc:spChg>
        <pc:spChg chg="add mod">
          <ac:chgData name="Tomi Lind" userId="8de46aee-b41d-491b-a3c8-daf1b5776a2e" providerId="ADAL" clId="{DA4176E6-4A74-4541-B8FC-EC14009AAF7D}" dt="2026-09-04T01:17:36.293" v="532" actId="20577"/>
          <ac:spMkLst>
            <pc:docMk/>
            <pc:sldMk cId="4210487034" sldId="257"/>
            <ac:spMk id="12" creationId="{1B46A9CD-4EEA-664C-9DB0-B3056BB2D116}"/>
          </ac:spMkLst>
        </pc:spChg>
        <pc:spChg chg="add mod">
          <ac:chgData name="Tomi Lind" userId="8de46aee-b41d-491b-a3c8-daf1b5776a2e" providerId="ADAL" clId="{DA4176E6-4A74-4541-B8FC-EC14009AAF7D}" dt="2026-09-04T01:13:49.784" v="458" actId="14100"/>
          <ac:spMkLst>
            <pc:docMk/>
            <pc:sldMk cId="4210487034" sldId="257"/>
            <ac:spMk id="14" creationId="{4266FB66-DBAC-3B78-377A-C828D29CC2A9}"/>
          </ac:spMkLst>
        </pc:spChg>
        <pc:spChg chg="add mod">
          <ac:chgData name="Tomi Lind" userId="8de46aee-b41d-491b-a3c8-daf1b5776a2e" providerId="ADAL" clId="{DA4176E6-4A74-4541-B8FC-EC14009AAF7D}" dt="2026-09-04T01:13:43.552" v="457" actId="14100"/>
          <ac:spMkLst>
            <pc:docMk/>
            <pc:sldMk cId="4210487034" sldId="257"/>
            <ac:spMk id="17" creationId="{D0FB4E81-9089-5557-0364-52D6422AE1FA}"/>
          </ac:spMkLst>
        </pc:spChg>
        <pc:spChg chg="add mod">
          <ac:chgData name="Tomi Lind" userId="8de46aee-b41d-491b-a3c8-daf1b5776a2e" providerId="ADAL" clId="{DA4176E6-4A74-4541-B8FC-EC14009AAF7D}" dt="2026-09-04T01:14:35.840" v="467" actId="14100"/>
          <ac:spMkLst>
            <pc:docMk/>
            <pc:sldMk cId="4210487034" sldId="257"/>
            <ac:spMk id="19" creationId="{DBB0791A-CECA-24AD-D12A-84E34DB04864}"/>
          </ac:spMkLst>
        </pc:spChg>
        <pc:spChg chg="mod">
          <ac:chgData name="Tomi Lind" userId="8de46aee-b41d-491b-a3c8-daf1b5776a2e" providerId="ADAL" clId="{DA4176E6-4A74-4541-B8FC-EC14009AAF7D}" dt="2026-09-04T01:12:31.623" v="418" actId="207"/>
          <ac:spMkLst>
            <pc:docMk/>
            <pc:sldMk cId="4210487034" sldId="257"/>
            <ac:spMk id="21" creationId="{A92CE113-61A7-C569-1DF0-81293841D7E8}"/>
          </ac:spMkLst>
        </pc:spChg>
        <pc:grpChg chg="del">
          <ac:chgData name="Tomi Lind" userId="8de46aee-b41d-491b-a3c8-daf1b5776a2e" providerId="ADAL" clId="{DA4176E6-4A74-4541-B8FC-EC14009AAF7D}" dt="2026-09-04T01:07:29.798" v="285" actId="478"/>
          <ac:grpSpMkLst>
            <pc:docMk/>
            <pc:sldMk cId="4210487034" sldId="257"/>
            <ac:grpSpMk id="35" creationId="{05D6795C-CAE6-8A26-8FD6-7A85363EF0B0}"/>
          </ac:grpSpMkLst>
        </pc:grpChg>
        <pc:grpChg chg="mod">
          <ac:chgData name="Tomi Lind" userId="8de46aee-b41d-491b-a3c8-daf1b5776a2e" providerId="ADAL" clId="{DA4176E6-4A74-4541-B8FC-EC14009AAF7D}" dt="2026-09-04T01:11:55.668" v="392" actId="1076"/>
          <ac:grpSpMkLst>
            <pc:docMk/>
            <pc:sldMk cId="4210487034" sldId="257"/>
            <ac:grpSpMk id="47" creationId="{0F871743-C1EB-0388-3B1F-2F425BB8A324}"/>
          </ac:grpSpMkLst>
        </pc:grpChg>
        <pc:picChg chg="del">
          <ac:chgData name="Tomi Lind" userId="8de46aee-b41d-491b-a3c8-daf1b5776a2e" providerId="ADAL" clId="{DA4176E6-4A74-4541-B8FC-EC14009AAF7D}" dt="2026-09-04T01:07:29.798" v="285" actId="478"/>
          <ac:picMkLst>
            <pc:docMk/>
            <pc:sldMk cId="4210487034" sldId="257"/>
            <ac:picMk id="7" creationId="{76E22A04-2601-4FA7-EEF5-48BDF0D7B9C8}"/>
          </ac:picMkLst>
        </pc:picChg>
        <pc:picChg chg="mod">
          <ac:chgData name="Tomi Lind" userId="8de46aee-b41d-491b-a3c8-daf1b5776a2e" providerId="ADAL" clId="{DA4176E6-4A74-4541-B8FC-EC14009AAF7D}" dt="2026-09-04T01:11:31.278" v="365" actId="1076"/>
          <ac:picMkLst>
            <pc:docMk/>
            <pc:sldMk cId="4210487034" sldId="257"/>
            <ac:picMk id="13" creationId="{664E17B3-C51B-4A81-2498-8795E55EF17F}"/>
          </ac:picMkLst>
        </pc:picChg>
        <pc:picChg chg="mod">
          <ac:chgData name="Tomi Lind" userId="8de46aee-b41d-491b-a3c8-daf1b5776a2e" providerId="ADAL" clId="{DA4176E6-4A74-4541-B8FC-EC14009AAF7D}" dt="2026-09-04T01:11:11.872" v="351" actId="1076"/>
          <ac:picMkLst>
            <pc:docMk/>
            <pc:sldMk cId="4210487034" sldId="257"/>
            <ac:picMk id="15" creationId="{DDED45E7-E43E-3F47-7583-A9D33A742C0D}"/>
          </ac:picMkLst>
        </pc:picChg>
        <pc:picChg chg="mod">
          <ac:chgData name="Tomi Lind" userId="8de46aee-b41d-491b-a3c8-daf1b5776a2e" providerId="ADAL" clId="{DA4176E6-4A74-4541-B8FC-EC14009AAF7D}" dt="2026-09-04T01:12:40.544" v="422" actId="1076"/>
          <ac:picMkLst>
            <pc:docMk/>
            <pc:sldMk cId="4210487034" sldId="257"/>
            <ac:picMk id="32" creationId="{D8A9D272-63E3-BE90-CF6C-32A381C51ED8}"/>
          </ac:picMkLst>
        </pc:picChg>
        <pc:picChg chg="mod">
          <ac:chgData name="Tomi Lind" userId="8de46aee-b41d-491b-a3c8-daf1b5776a2e" providerId="ADAL" clId="{DA4176E6-4A74-4541-B8FC-EC14009AAF7D}" dt="2026-09-04T01:12:38.652" v="421" actId="1076"/>
          <ac:picMkLst>
            <pc:docMk/>
            <pc:sldMk cId="4210487034" sldId="257"/>
            <ac:picMk id="34" creationId="{28847938-95AE-AE6E-799A-B0D5A1F2690F}"/>
          </ac:picMkLst>
        </pc:picChg>
      </pc:sldChg>
      <pc:sldChg chg="addSp delSp modSp add mod">
        <pc:chgData name="Tomi Lind" userId="8de46aee-b41d-491b-a3c8-daf1b5776a2e" providerId="ADAL" clId="{DA4176E6-4A74-4541-B8FC-EC14009AAF7D}" dt="2026-09-04T01:25:53.901" v="651" actId="14100"/>
        <pc:sldMkLst>
          <pc:docMk/>
          <pc:sldMk cId="452807913" sldId="258"/>
        </pc:sldMkLst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3" creationId="{958DAE09-974A-93BE-8C62-7E2F13DBEEDF}"/>
          </ac:spMkLst>
        </pc:spChg>
        <pc:spChg chg="add mod">
          <ac:chgData name="Tomi Lind" userId="8de46aee-b41d-491b-a3c8-daf1b5776a2e" providerId="ADAL" clId="{DA4176E6-4A74-4541-B8FC-EC14009AAF7D}" dt="2026-09-04T01:25:41.324" v="647" actId="14100"/>
          <ac:spMkLst>
            <pc:docMk/>
            <pc:sldMk cId="452807913" sldId="258"/>
            <ac:spMk id="4" creationId="{C3B886AE-09A8-25E4-B838-1987BAFB7BD3}"/>
          </ac:spMkLst>
        </pc:spChg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5" creationId="{B34EAEF8-E905-0D45-FEA7-E50CAC921AC6}"/>
          </ac:spMkLst>
        </pc:spChg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8" creationId="{737AC800-7CE7-FC8A-BDE7-4C93A023FE32}"/>
          </ac:spMkLst>
        </pc:spChg>
        <pc:spChg chg="mod">
          <ac:chgData name="Tomi Lind" userId="8de46aee-b41d-491b-a3c8-daf1b5776a2e" providerId="ADAL" clId="{DA4176E6-4A74-4541-B8FC-EC14009AAF7D}" dt="2026-09-04T01:25:08.418" v="634" actId="20577"/>
          <ac:spMkLst>
            <pc:docMk/>
            <pc:sldMk cId="452807913" sldId="258"/>
            <ac:spMk id="12" creationId="{6A7391BD-35F0-FDF2-D9CF-3D00A05D65B8}"/>
          </ac:spMkLst>
        </pc:spChg>
        <pc:spChg chg="mod">
          <ac:chgData name="Tomi Lind" userId="8de46aee-b41d-491b-a3c8-daf1b5776a2e" providerId="ADAL" clId="{DA4176E6-4A74-4541-B8FC-EC14009AAF7D}" dt="2026-09-04T01:25:53.901" v="651" actId="14100"/>
          <ac:spMkLst>
            <pc:docMk/>
            <pc:sldMk cId="452807913" sldId="258"/>
            <ac:spMk id="14" creationId="{9F8542B5-1D9F-BF52-2B05-1FFC58AE037F}"/>
          </ac:spMkLst>
        </pc:spChg>
        <pc:spChg chg="mod">
          <ac:chgData name="Tomi Lind" userId="8de46aee-b41d-491b-a3c8-daf1b5776a2e" providerId="ADAL" clId="{DA4176E6-4A74-4541-B8FC-EC14009AAF7D}" dt="2026-09-04T01:25:38.462" v="646" actId="14100"/>
          <ac:spMkLst>
            <pc:docMk/>
            <pc:sldMk cId="452807913" sldId="258"/>
            <ac:spMk id="17" creationId="{CAD3D23B-2EE1-5B91-24B6-F6450F8B54F8}"/>
          </ac:spMkLst>
        </pc:spChg>
        <pc:spChg chg="mod">
          <ac:chgData name="Tomi Lind" userId="8de46aee-b41d-491b-a3c8-daf1b5776a2e" providerId="ADAL" clId="{DA4176E6-4A74-4541-B8FC-EC14009AAF7D}" dt="2026-09-04T01:20:47.324" v="630" actId="1038"/>
          <ac:spMkLst>
            <pc:docMk/>
            <pc:sldMk cId="452807913" sldId="258"/>
            <ac:spMk id="19" creationId="{F8379779-7AB3-FC83-1AA3-F7666FA5EDD9}"/>
          </ac:spMkLst>
        </pc:spChg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21" creationId="{7CF5DF76-7A2A-0BCC-3177-BF79492CBCED}"/>
          </ac:spMkLst>
        </pc:spChg>
        <pc:spChg chg="add mod">
          <ac:chgData name="Tomi Lind" userId="8de46aee-b41d-491b-a3c8-daf1b5776a2e" providerId="ADAL" clId="{DA4176E6-4A74-4541-B8FC-EC14009AAF7D}" dt="2026-09-04T01:25:50.898" v="650" actId="14100"/>
          <ac:spMkLst>
            <pc:docMk/>
            <pc:sldMk cId="452807913" sldId="258"/>
            <ac:spMk id="28" creationId="{49BDA569-F5C9-936B-18D4-539AFD2F4E0F}"/>
          </ac:spMkLst>
        </pc:spChg>
        <pc:picChg chg="add mod modCrop">
          <ac:chgData name="Tomi Lind" userId="8de46aee-b41d-491b-a3c8-daf1b5776a2e" providerId="ADAL" clId="{DA4176E6-4A74-4541-B8FC-EC14009AAF7D}" dt="2026-09-04T01:20:29.167" v="606" actId="1035"/>
          <ac:picMkLst>
            <pc:docMk/>
            <pc:sldMk cId="452807913" sldId="258"/>
            <ac:picMk id="7" creationId="{07797AE8-1E35-93F6-9907-B93728018D14}"/>
          </ac:picMkLst>
        </pc:picChg>
        <pc:picChg chg="add mod modCrop">
          <ac:chgData name="Tomi Lind" userId="8de46aee-b41d-491b-a3c8-daf1b5776a2e" providerId="ADAL" clId="{DA4176E6-4A74-4541-B8FC-EC14009AAF7D}" dt="2026-09-04T01:19:46.199" v="571" actId="1035"/>
          <ac:picMkLst>
            <pc:docMk/>
            <pc:sldMk cId="452807913" sldId="258"/>
            <ac:picMk id="10" creationId="{8684F8B4-8BEC-CCDC-1FFB-F77109465BB0}"/>
          </ac:picMkLst>
        </pc:picChg>
        <pc:picChg chg="del mod">
          <ac:chgData name="Tomi Lind" userId="8de46aee-b41d-491b-a3c8-daf1b5776a2e" providerId="ADAL" clId="{DA4176E6-4A74-4541-B8FC-EC14009AAF7D}" dt="2026-09-04T01:21:00.340" v="631" actId="478"/>
          <ac:picMkLst>
            <pc:docMk/>
            <pc:sldMk cId="452807913" sldId="258"/>
            <ac:picMk id="13" creationId="{287F1B88-AF33-BD21-BE2F-B537DE762934}"/>
          </ac:picMkLst>
        </pc:picChg>
        <pc:picChg chg="del">
          <ac:chgData name="Tomi Lind" userId="8de46aee-b41d-491b-a3c8-daf1b5776a2e" providerId="ADAL" clId="{DA4176E6-4A74-4541-B8FC-EC14009AAF7D}" dt="2026-09-04T01:18:15.462" v="533" actId="478"/>
          <ac:picMkLst>
            <pc:docMk/>
            <pc:sldMk cId="452807913" sldId="258"/>
            <ac:picMk id="15" creationId="{F8609F98-5BF2-969A-9696-5B436DAF12A9}"/>
          </ac:picMkLst>
        </pc:picChg>
        <pc:picChg chg="add mod modCrop">
          <ac:chgData name="Tomi Lind" userId="8de46aee-b41d-491b-a3c8-daf1b5776a2e" providerId="ADAL" clId="{DA4176E6-4A74-4541-B8FC-EC14009AAF7D}" dt="2026-09-04T01:19:46.199" v="571" actId="1035"/>
          <ac:picMkLst>
            <pc:docMk/>
            <pc:sldMk cId="452807913" sldId="258"/>
            <ac:picMk id="16" creationId="{1452D9AE-66C9-94BD-7854-06D1451D9E7B}"/>
          </ac:picMkLst>
        </pc:picChg>
        <pc:picChg chg="add mod modCrop">
          <ac:chgData name="Tomi Lind" userId="8de46aee-b41d-491b-a3c8-daf1b5776a2e" providerId="ADAL" clId="{DA4176E6-4A74-4541-B8FC-EC14009AAF7D}" dt="2026-09-04T01:20:31.997" v="607" actId="1076"/>
          <ac:picMkLst>
            <pc:docMk/>
            <pc:sldMk cId="452807913" sldId="258"/>
            <ac:picMk id="20" creationId="{1848400E-1F83-BA53-32D7-62957055DBB0}"/>
          </ac:picMkLst>
        </pc:picChg>
        <pc:picChg chg="add mod ord">
          <ac:chgData name="Tomi Lind" userId="8de46aee-b41d-491b-a3c8-daf1b5776a2e" providerId="ADAL" clId="{DA4176E6-4A74-4541-B8FC-EC14009AAF7D}" dt="2026-09-04T01:20:47.324" v="630" actId="1038"/>
          <ac:picMkLst>
            <pc:docMk/>
            <pc:sldMk cId="452807913" sldId="258"/>
            <ac:picMk id="23" creationId="{BDD35B40-17C4-8B31-6BF7-44CC3A998B54}"/>
          </ac:picMkLst>
        </pc:picChg>
        <pc:picChg chg="add mod">
          <ac:chgData name="Tomi Lind" userId="8de46aee-b41d-491b-a3c8-daf1b5776a2e" providerId="ADAL" clId="{DA4176E6-4A74-4541-B8FC-EC14009AAF7D}" dt="2026-09-04T01:21:03.715" v="633" actId="1076"/>
          <ac:picMkLst>
            <pc:docMk/>
            <pc:sldMk cId="452807913" sldId="258"/>
            <ac:picMk id="25" creationId="{B9D3EA8C-D082-9CA5-EA39-DFC2E0FD8CF1}"/>
          </ac:picMkLst>
        </pc:picChg>
        <pc:picChg chg="mod">
          <ac:chgData name="Tomi Lind" userId="8de46aee-b41d-491b-a3c8-daf1b5776a2e" providerId="ADAL" clId="{DA4176E6-4A74-4541-B8FC-EC14009AAF7D}" dt="2026-09-04T01:19:53.621" v="584" actId="1035"/>
          <ac:picMkLst>
            <pc:docMk/>
            <pc:sldMk cId="452807913" sldId="258"/>
            <ac:picMk id="32" creationId="{19FE9230-9817-20C6-6FE3-251F26074883}"/>
          </ac:picMkLst>
        </pc:picChg>
        <pc:picChg chg="mod">
          <ac:chgData name="Tomi Lind" userId="8de46aee-b41d-491b-a3c8-daf1b5776a2e" providerId="ADAL" clId="{DA4176E6-4A74-4541-B8FC-EC14009AAF7D}" dt="2026-09-04T01:25:35.340" v="645" actId="1037"/>
          <ac:picMkLst>
            <pc:docMk/>
            <pc:sldMk cId="452807913" sldId="258"/>
            <ac:picMk id="34" creationId="{B274E078-67CF-E049-7B3C-C226FE6B0C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64BE-A6E7-7234-9FCF-280F93D8F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561CF-5020-7476-BF87-5E74DB026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21389-4216-8BD8-4AD4-F970AD5B4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E84BD-8509-5958-49EA-77F00C08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CF5F0-6333-53F0-6CA8-28C581A5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282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067B4-20C0-2239-7FB6-13119DE9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50E19-9EA0-8E4E-2912-E80243FF2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908E8-CB92-D6F8-CE11-E48D6DDD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7039E-3664-59DC-53DF-9330BDFE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E7259-A3D6-3739-0558-F5A4263A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240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0192-5484-CBC2-18E9-6A0267626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38C35-BBD8-B618-C52A-4A9CC1589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CD66F-AA45-4FD0-E2CA-292A26EF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69412-5AAC-BD6D-E643-A40E5B7C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63662-B0A3-8D34-7FF0-9BF4A499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375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E24C4-A1AD-CCCB-A401-8AA3E03C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B73D6-F6B1-B57F-4CA2-9BB9CE952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2F519-30C2-9428-DEDA-EC49A37D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F7397-CD50-2BA7-8254-8FE2064A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D59D5-7A43-CCBA-E5AF-295DD024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16F7B-50D7-333B-197D-C84E2689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790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90EB6-0D9E-275F-DC9D-294D6170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B1A9A-DD8A-3CD1-5794-E6D56D820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777A4-72EA-77FB-69DB-F1E351315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55CB8-4F9E-DAC5-B1FD-79A50C671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0029F-8A4C-58C4-8523-B48CF9A1B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79978-655F-E484-3693-842CC03D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DE490-116F-E378-9B86-79E58C53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9F554-BE50-6977-4FCE-11A65F3D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8910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BAF2-1542-B80B-0243-17258973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87130C-49D2-1267-6EBD-688C7F80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C9F94-8A19-C63D-7ABC-74A4D189D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79583-B56B-8477-662E-8DD39BF4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443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11D7DC-ACF5-2BF1-351F-A01D5CB2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4C1CB-32BE-339B-6D32-25F88F1E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1940C-C449-A0A2-EF3E-5FE019DA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410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8364-6142-5518-C2A0-4F832EA1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D1914-A7C3-65A9-F4D0-3702E890F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ABEA0-04E6-9967-499C-6059A4C02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3D66D-CE43-FFD1-D11F-A638C9E6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1F129-54A0-EADD-511B-CBF63006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25295-8274-2CA7-4A75-E3A3DCB3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060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10A2-4E2C-BF79-9223-D5E4BEC96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FD9B8-9FE4-C348-0D0A-D42F672E2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85EA0-13DB-F62E-099B-1E6533E00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78F6-FE14-D60B-BF42-D5EF03F0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17672-110D-161A-1841-7FF27D18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D0CB7-9A05-4B55-DF73-A482C7E7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561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C18F9-B367-042F-676D-78A7AEEB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3FB0C-DF4C-055B-CAEE-3018A8737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2A7C0-2FAA-64A1-F2A8-F6630C453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393B9-AC87-F20D-59F4-BCD5414C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B1F9E-C5D6-02B4-AEC3-B48B67D2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731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CC989-D322-8407-9D8B-17DF6F287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6C84A-341C-3931-2551-2597D902E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2D732-1639-5A4B-C575-DE825F8F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29320-418B-6725-2BE4-DAFC540A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89657-E7AD-677D-E0CC-A357E9B7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678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772FB-5DAA-2338-771C-869E5C01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63B19-7105-8075-4FB4-CA61B4C6E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035FA-8246-E57D-391D-A7A2DCAD3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79C93-06BA-4335-A3D1-B6B7CD2840E1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8363-890E-6EE7-1D79-EAEEE5845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FB1CE-8FDA-F29A-9E98-F3117F000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80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emf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7D9344-98BA-1301-286A-B95D2C81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8" b="3184"/>
          <a:stretch>
            <a:fillRect/>
          </a:stretch>
        </p:blipFill>
        <p:spPr>
          <a:xfrm>
            <a:off x="4430195" y="1403725"/>
            <a:ext cx="2932066" cy="3190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D7EE9F-93A4-171B-B0BC-6143C2332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49" y="887192"/>
            <a:ext cx="2384814" cy="50836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D9849FD-388C-9D95-EE93-4992E36D7939}"/>
              </a:ext>
            </a:extLst>
          </p:cNvPr>
          <p:cNvSpPr txBox="1"/>
          <p:nvPr/>
        </p:nvSpPr>
        <p:spPr>
          <a:xfrm>
            <a:off x="792952" y="298597"/>
            <a:ext cx="4637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Search part #: </a:t>
            </a:r>
            <a:r>
              <a:rPr lang="LID4096" dirty="0"/>
              <a:t>MJB7703AA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5A30AB2-A780-3DD0-CD13-995A1653E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406" y="2068792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F5037B9-6B59-85AA-D13C-3367BB9D3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6406" y="788054"/>
            <a:ext cx="2705100" cy="105727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061092C-AB6C-6C43-0A5E-21E6DD2BC8B6}"/>
              </a:ext>
            </a:extLst>
          </p:cNvPr>
          <p:cNvGrpSpPr/>
          <p:nvPr/>
        </p:nvGrpSpPr>
        <p:grpSpPr>
          <a:xfrm>
            <a:off x="8675449" y="3593015"/>
            <a:ext cx="1944266" cy="3071319"/>
            <a:chOff x="643007" y="2222155"/>
            <a:chExt cx="2968314" cy="367362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4F173F8-0BDF-4EF9-A396-1EC172C3441A}"/>
                </a:ext>
              </a:extLst>
            </p:cNvPr>
            <p:cNvGrpSpPr/>
            <p:nvPr/>
          </p:nvGrpSpPr>
          <p:grpSpPr>
            <a:xfrm>
              <a:off x="652060" y="2222155"/>
              <a:ext cx="2422433" cy="3096684"/>
              <a:chOff x="9379390" y="2289187"/>
              <a:chExt cx="2422433" cy="309668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D5E44A3-82CB-67C5-4137-A3576E9E81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8240"/>
              <a:stretch>
                <a:fillRect/>
              </a:stretch>
            </p:blipFill>
            <p:spPr>
              <a:xfrm>
                <a:off x="9633551" y="2289187"/>
                <a:ext cx="2168272" cy="2927362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C2719A-18CE-2059-A009-58103DF2700C}"/>
                  </a:ext>
                </a:extLst>
              </p:cNvPr>
              <p:cNvSpPr txBox="1"/>
              <p:nvPr/>
            </p:nvSpPr>
            <p:spPr>
              <a:xfrm>
                <a:off x="9379390" y="5124261"/>
                <a:ext cx="26321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X</a:t>
                </a:r>
                <a:endParaRPr lang="LID4096" sz="1100" dirty="0"/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108D194-AB9C-51D4-60E9-2E9694FD5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6221" y="5079311"/>
              <a:ext cx="2705100" cy="666138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4E3206D-6FA0-CA3F-C4E7-E408944DF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4095"/>
            <a:stretch>
              <a:fillRect/>
            </a:stretch>
          </p:blipFill>
          <p:spPr>
            <a:xfrm>
              <a:off x="906221" y="5707398"/>
              <a:ext cx="2168272" cy="18838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44E7EEB-1421-A908-FF76-23A676C9B8D2}"/>
                </a:ext>
              </a:extLst>
            </p:cNvPr>
            <p:cNvSpPr txBox="1"/>
            <p:nvPr/>
          </p:nvSpPr>
          <p:spPr>
            <a:xfrm>
              <a:off x="664873" y="5538076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482825D-4A3D-0B8B-BC09-F194AD4075B6}"/>
                </a:ext>
              </a:extLst>
            </p:cNvPr>
            <p:cNvSpPr txBox="1"/>
            <p:nvPr/>
          </p:nvSpPr>
          <p:spPr>
            <a:xfrm>
              <a:off x="664873" y="537656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0D01BC5-85DA-6A34-1A03-7E6A5F52696C}"/>
                </a:ext>
              </a:extLst>
            </p:cNvPr>
            <p:cNvSpPr txBox="1"/>
            <p:nvPr/>
          </p:nvSpPr>
          <p:spPr>
            <a:xfrm>
              <a:off x="643007" y="5203661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29894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E49B5-9C24-2CAD-EB48-3BC5BE1F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4E17B3-C51B-4A81-2498-8795E55EF1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8" b="3184"/>
          <a:stretch>
            <a:fillRect/>
          </a:stretch>
        </p:blipFill>
        <p:spPr>
          <a:xfrm>
            <a:off x="3968232" y="2095967"/>
            <a:ext cx="2932066" cy="3190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ED45E7-E43E-3F47-7583-A9D33A742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30" y="1848244"/>
            <a:ext cx="1951444" cy="415981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92CE113-61A7-C569-1DF0-81293841D7E8}"/>
              </a:ext>
            </a:extLst>
          </p:cNvPr>
          <p:cNvSpPr txBox="1"/>
          <p:nvPr/>
        </p:nvSpPr>
        <p:spPr>
          <a:xfrm>
            <a:off x="796480" y="596074"/>
            <a:ext cx="4637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Search part #: </a:t>
            </a:r>
            <a:r>
              <a:rPr lang="LID4096" dirty="0">
                <a:solidFill>
                  <a:schemeClr val="accent6"/>
                </a:solidFill>
              </a:rPr>
              <a:t>MJB7703AA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8A9D272-63E3-BE90-CF6C-32A381C51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935" y="2235771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28847938-95AE-AE6E-799A-B0D5A1F269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8813" y="3484628"/>
            <a:ext cx="2705100" cy="105727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0F871743-C1EB-0388-3B1F-2F425BB8A324}"/>
              </a:ext>
            </a:extLst>
          </p:cNvPr>
          <p:cNvGrpSpPr/>
          <p:nvPr/>
        </p:nvGrpSpPr>
        <p:grpSpPr>
          <a:xfrm>
            <a:off x="8558813" y="5449081"/>
            <a:ext cx="2968314" cy="838554"/>
            <a:chOff x="643007" y="5057229"/>
            <a:chExt cx="2968314" cy="838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8F14DF1-4CFB-8E28-53EB-E2B6F1BA6672}"/>
                </a:ext>
              </a:extLst>
            </p:cNvPr>
            <p:cNvSpPr txBox="1"/>
            <p:nvPr/>
          </p:nvSpPr>
          <p:spPr>
            <a:xfrm>
              <a:off x="652060" y="50572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539CC26-5929-9792-62C3-79783F4D4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6221" y="5079311"/>
              <a:ext cx="2705100" cy="666138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0903DA1-69F1-2154-5EC0-A8F19654D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94095"/>
            <a:stretch>
              <a:fillRect/>
            </a:stretch>
          </p:blipFill>
          <p:spPr>
            <a:xfrm>
              <a:off x="906221" y="5707398"/>
              <a:ext cx="2168272" cy="18838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4D3DC2E-EB21-4733-219E-DC21F02D304B}"/>
                </a:ext>
              </a:extLst>
            </p:cNvPr>
            <p:cNvSpPr txBox="1"/>
            <p:nvPr/>
          </p:nvSpPr>
          <p:spPr>
            <a:xfrm>
              <a:off x="664873" y="5538076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005717-35DE-0063-34CD-B29A727009CB}"/>
                </a:ext>
              </a:extLst>
            </p:cNvPr>
            <p:cNvSpPr txBox="1"/>
            <p:nvPr/>
          </p:nvSpPr>
          <p:spPr>
            <a:xfrm>
              <a:off x="664873" y="537656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FE12F5E-34D0-ED44-F585-1BB6C51FB5E4}"/>
                </a:ext>
              </a:extLst>
            </p:cNvPr>
            <p:cNvSpPr txBox="1"/>
            <p:nvPr/>
          </p:nvSpPr>
          <p:spPr>
            <a:xfrm>
              <a:off x="643007" y="5203661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6AA6E5-DAC2-65C0-244F-D0DF7498DFC6}"/>
              </a:ext>
            </a:extLst>
          </p:cNvPr>
          <p:cNvSpPr txBox="1"/>
          <p:nvPr/>
        </p:nvSpPr>
        <p:spPr>
          <a:xfrm>
            <a:off x="796480" y="1475711"/>
            <a:ext cx="113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Parts tree</a:t>
            </a:r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38344-ABA0-77EF-FB7A-5A9FD3843276}"/>
              </a:ext>
            </a:extLst>
          </p:cNvPr>
          <p:cNvSpPr txBox="1"/>
          <p:nvPr/>
        </p:nvSpPr>
        <p:spPr>
          <a:xfrm>
            <a:off x="4122751" y="1555336"/>
            <a:ext cx="22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Part exploding image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EBB80-611D-75DB-9C11-AFD8A8E1602E}"/>
              </a:ext>
            </a:extLst>
          </p:cNvPr>
          <p:cNvSpPr txBox="1"/>
          <p:nvPr/>
        </p:nvSpPr>
        <p:spPr>
          <a:xfrm>
            <a:off x="8581148" y="4821867"/>
            <a:ext cx="1952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Fits to car models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6A9CD-4EEA-664C-9DB0-B3056BB2D116}"/>
              </a:ext>
            </a:extLst>
          </p:cNvPr>
          <p:cNvSpPr txBox="1"/>
          <p:nvPr/>
        </p:nvSpPr>
        <p:spPr>
          <a:xfrm>
            <a:off x="8500935" y="1475711"/>
            <a:ext cx="1728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Location at car:</a:t>
            </a:r>
          </a:p>
          <a:p>
            <a:r>
              <a:rPr lang="en-US" dirty="0">
                <a:solidFill>
                  <a:srgbClr val="FFC000"/>
                </a:solidFill>
              </a:rPr>
              <a:t>Front, Middle</a:t>
            </a:r>
            <a:endParaRPr lang="LID4096" dirty="0">
              <a:solidFill>
                <a:srgbClr val="FFC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6FB66-DBAC-3B78-377A-C828D29CC2A9}"/>
              </a:ext>
            </a:extLst>
          </p:cNvPr>
          <p:cNvSpPr/>
          <p:nvPr/>
        </p:nvSpPr>
        <p:spPr>
          <a:xfrm>
            <a:off x="8401617" y="2344848"/>
            <a:ext cx="413364" cy="6937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B4E81-9089-5557-0364-52D6422AE1FA}"/>
              </a:ext>
            </a:extLst>
          </p:cNvPr>
          <p:cNvSpPr/>
          <p:nvPr/>
        </p:nvSpPr>
        <p:spPr>
          <a:xfrm>
            <a:off x="8408663" y="3311721"/>
            <a:ext cx="413364" cy="133723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B0791A-CECA-24AD-D12A-84E34DB04864}"/>
              </a:ext>
            </a:extLst>
          </p:cNvPr>
          <p:cNvSpPr/>
          <p:nvPr/>
        </p:nvSpPr>
        <p:spPr>
          <a:xfrm>
            <a:off x="1041150" y="4312815"/>
            <a:ext cx="1691624" cy="1595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0487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98244-B926-E8ED-62F3-0FAD2FB7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DD35B40-17C4-8B31-6BF7-44CC3A998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01" y="4832303"/>
            <a:ext cx="2001229" cy="12553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CF5DF76-7A2A-0BCC-3177-BF79492CBCED}"/>
              </a:ext>
            </a:extLst>
          </p:cNvPr>
          <p:cNvSpPr txBox="1"/>
          <p:nvPr/>
        </p:nvSpPr>
        <p:spPr>
          <a:xfrm>
            <a:off x="796480" y="70976"/>
            <a:ext cx="4637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Search part #: </a:t>
            </a:r>
            <a:r>
              <a:rPr lang="LID4096" dirty="0">
                <a:solidFill>
                  <a:schemeClr val="accent6"/>
                </a:solidFill>
              </a:rPr>
              <a:t>MJB7703AA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9FE9230-9817-20C6-6FE3-251F26074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935" y="1457179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B274E078-67CF-E049-7B3C-C226FE6B0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2601" y="2706036"/>
            <a:ext cx="2705100" cy="105727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47C2B94-28A4-21E8-6EE7-A68984548115}"/>
              </a:ext>
            </a:extLst>
          </p:cNvPr>
          <p:cNvGrpSpPr/>
          <p:nvPr/>
        </p:nvGrpSpPr>
        <p:grpSpPr>
          <a:xfrm>
            <a:off x="8558813" y="4670489"/>
            <a:ext cx="2968314" cy="838554"/>
            <a:chOff x="643007" y="5057229"/>
            <a:chExt cx="2968314" cy="838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B4A7E9-426C-09CB-33CC-84F4A7156B5D}"/>
                </a:ext>
              </a:extLst>
            </p:cNvPr>
            <p:cNvSpPr txBox="1"/>
            <p:nvPr/>
          </p:nvSpPr>
          <p:spPr>
            <a:xfrm>
              <a:off x="652060" y="50572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3300E67-EE62-A264-1820-23913AC0F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6221" y="5079311"/>
              <a:ext cx="2705100" cy="666138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F0A301B0-FEE6-A2CA-9427-D231C63E5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4095"/>
            <a:stretch>
              <a:fillRect/>
            </a:stretch>
          </p:blipFill>
          <p:spPr>
            <a:xfrm>
              <a:off x="906221" y="5707398"/>
              <a:ext cx="2168272" cy="18838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9F4ACB-1812-53B6-0231-BD81795E956D}"/>
                </a:ext>
              </a:extLst>
            </p:cNvPr>
            <p:cNvSpPr txBox="1"/>
            <p:nvPr/>
          </p:nvSpPr>
          <p:spPr>
            <a:xfrm>
              <a:off x="664873" y="5538076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B93EDA8-4DB6-14A8-D561-8371E4B8EBAC}"/>
                </a:ext>
              </a:extLst>
            </p:cNvPr>
            <p:cNvSpPr txBox="1"/>
            <p:nvPr/>
          </p:nvSpPr>
          <p:spPr>
            <a:xfrm>
              <a:off x="664873" y="537656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5D3E702-519E-B073-7FCC-FCF691625C8F}"/>
                </a:ext>
              </a:extLst>
            </p:cNvPr>
            <p:cNvSpPr txBox="1"/>
            <p:nvPr/>
          </p:nvSpPr>
          <p:spPr>
            <a:xfrm>
              <a:off x="643007" y="5203661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58DAE09-974A-93BE-8C62-7E2F13DBEEDF}"/>
              </a:ext>
            </a:extLst>
          </p:cNvPr>
          <p:cNvSpPr txBox="1"/>
          <p:nvPr/>
        </p:nvSpPr>
        <p:spPr>
          <a:xfrm>
            <a:off x="796480" y="479836"/>
            <a:ext cx="113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Parts tree</a:t>
            </a:r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EAEF8-E905-0D45-FEA7-E50CAC921AC6}"/>
              </a:ext>
            </a:extLst>
          </p:cNvPr>
          <p:cNvSpPr txBox="1"/>
          <p:nvPr/>
        </p:nvSpPr>
        <p:spPr>
          <a:xfrm>
            <a:off x="4140858" y="591770"/>
            <a:ext cx="22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Part exploding image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AC800-7CE7-FC8A-BDE7-4C93A023FE32}"/>
              </a:ext>
            </a:extLst>
          </p:cNvPr>
          <p:cNvSpPr txBox="1"/>
          <p:nvPr/>
        </p:nvSpPr>
        <p:spPr>
          <a:xfrm>
            <a:off x="8581148" y="4043275"/>
            <a:ext cx="1952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Fits to car models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391BD-35F0-FDF2-D9CF-3D00A05D65B8}"/>
              </a:ext>
            </a:extLst>
          </p:cNvPr>
          <p:cNvSpPr txBox="1"/>
          <p:nvPr/>
        </p:nvSpPr>
        <p:spPr>
          <a:xfrm>
            <a:off x="8290275" y="637937"/>
            <a:ext cx="2378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Location at car: </a:t>
            </a:r>
            <a:br>
              <a:rPr lang="en-US" dirty="0">
                <a:solidFill>
                  <a:srgbClr val="FFC000"/>
                </a:solidFill>
              </a:rPr>
            </a:br>
            <a:r>
              <a:rPr lang="en-US" dirty="0">
                <a:solidFill>
                  <a:srgbClr val="FFC000"/>
                </a:solidFill>
              </a:rPr>
              <a:t>Front, Rear, Left, Right</a:t>
            </a:r>
            <a:endParaRPr lang="LID4096" dirty="0">
              <a:solidFill>
                <a:srgbClr val="FFC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8542B5-1D9F-BF52-2B05-1FFC58AE037F}"/>
              </a:ext>
            </a:extLst>
          </p:cNvPr>
          <p:cNvSpPr/>
          <p:nvPr/>
        </p:nvSpPr>
        <p:spPr>
          <a:xfrm>
            <a:off x="8408663" y="1788051"/>
            <a:ext cx="1047354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D3D23B-2EE1-5B91-24B6-F6450F8B54F8}"/>
              </a:ext>
            </a:extLst>
          </p:cNvPr>
          <p:cNvSpPr/>
          <p:nvPr/>
        </p:nvSpPr>
        <p:spPr>
          <a:xfrm>
            <a:off x="8408663" y="2533129"/>
            <a:ext cx="2882588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379779-7AB3-FC83-1AA3-F7666FA5EDD9}"/>
              </a:ext>
            </a:extLst>
          </p:cNvPr>
          <p:cNvSpPr/>
          <p:nvPr/>
        </p:nvSpPr>
        <p:spPr>
          <a:xfrm>
            <a:off x="1509466" y="5746366"/>
            <a:ext cx="1691624" cy="1595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B886AE-09A8-25E4-B838-1987BAFB7BD3}"/>
              </a:ext>
            </a:extLst>
          </p:cNvPr>
          <p:cNvSpPr/>
          <p:nvPr/>
        </p:nvSpPr>
        <p:spPr>
          <a:xfrm>
            <a:off x="8408663" y="3481061"/>
            <a:ext cx="2882588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797AE8-1E35-93F6-9907-B93728018D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704" r="69967" b="8404"/>
          <a:stretch>
            <a:fillRect/>
          </a:stretch>
        </p:blipFill>
        <p:spPr>
          <a:xfrm>
            <a:off x="783580" y="845771"/>
            <a:ext cx="2331792" cy="36295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84F8B4-8BEC-CCDC-1FFB-F77109465B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7386" t="60576" r="53285" b="34883"/>
          <a:stretch>
            <a:fillRect/>
          </a:stretch>
        </p:blipFill>
        <p:spPr>
          <a:xfrm>
            <a:off x="959158" y="4455467"/>
            <a:ext cx="724277" cy="2037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52D9AE-66C9-94BD-7854-06D1451D9E7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4336" t="26758" b="69764"/>
          <a:stretch>
            <a:fillRect/>
          </a:stretch>
        </p:blipFill>
        <p:spPr>
          <a:xfrm>
            <a:off x="1032548" y="4674735"/>
            <a:ext cx="1992504" cy="1560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48400E-1F83-BA53-32D7-62957055DB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1769" r="69967"/>
          <a:stretch>
            <a:fillRect/>
          </a:stretch>
        </p:blipFill>
        <p:spPr>
          <a:xfrm>
            <a:off x="777864" y="6193497"/>
            <a:ext cx="2331792" cy="3693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9D3EA8C-D082-9CA5-EA39-DFC2E0FD8C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9934" y="2018375"/>
            <a:ext cx="3124636" cy="355332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9BDA569-F5C9-936B-18D4-539AFD2F4E0F}"/>
              </a:ext>
            </a:extLst>
          </p:cNvPr>
          <p:cNvSpPr/>
          <p:nvPr/>
        </p:nvSpPr>
        <p:spPr>
          <a:xfrm>
            <a:off x="10243896" y="1788050"/>
            <a:ext cx="1047355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280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61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Lind</dc:creator>
  <cp:lastModifiedBy>Tomi Lind</cp:lastModifiedBy>
  <cp:revision>1</cp:revision>
  <dcterms:created xsi:type="dcterms:W3CDTF">2026-09-03T23:57:10Z</dcterms:created>
  <dcterms:modified xsi:type="dcterms:W3CDTF">2026-09-04T01:25:57Z</dcterms:modified>
</cp:coreProperties>
</file>